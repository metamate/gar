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6" r:id="rId65"/>
    <p:sldId id="304" r:id="rId63"/>
    <p:sldId id="305" r:id="rId64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5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37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</a:t>
            </a:r>
          </a:p>
          <a:p>
            <a:r>
              <a:t>Then today’s game: Pong, the whole thing, from an empty window.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out the patterns: each session has one main topic, and most are a named pattern.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schedule on the site says which topic comes when.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site: milestones, what to hand in, and when.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 from today.</a:t>
            </a:r>
          </a:p>
          <a:p>
            <a:r>
              <a:t>Say: your project is your exam material. Every session, ask where today’s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GMDCore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c2ab6540c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c2ab6540c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keep score, shown in a bigger font.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diagram: start, Enter, serve, Enter, play; a point goes back to serve; 10 points ends it.</a:t>
            </a:r>
          </a:p>
          <a:p>
            <a:r>
              <a:t>Exercise: add the serve mode; the player who was scored on serves.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2ab6540c5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2ab6540c5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done mode at 10 points. The screenshot shows the end screen.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three sounds: paddle hit, wall hit, score.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 groups before next time. First milestone by session 04: groups, a concept, a repository.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Plan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Sokoban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Angry Birds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Pokemon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Geometry Wars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simple 2D game, organized with the course’s patterns and principles.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Groups, milestones and the requirements: on the course site.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questions are on the course site, from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framework, not an engine: libraries, but no editor, no scenes, no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01-pong)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exercise is its own project: Pong0 → Pong11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8: Scoring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72" name="Google Shape;272;p4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keep the score, and show it in a bigger font.</a:t>
            </a:r>
            <a:endParaRPr/>
          </a:p>
        </p:txBody>
      </p:sp>
      <p:pic>
        <p:nvPicPr>
          <p:cNvPr id="273" name="Picture 273" descr="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62" y="2034455"/>
            <a:ext cx="4903893" cy="275844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9: A Serve Mode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serve state: the player who was scored on serves.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10: A Winner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3" name="Google Shape;293;p4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done mode when a player reaches 10 points.</a:t>
            </a:r>
            <a:endParaRPr/>
          </a:p>
        </p:txBody>
      </p:sp>
      <p:pic>
        <p:nvPicPr>
          <p:cNvPr id="294" name="Picture 294" descr="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856" y="1938429"/>
            <a:ext cx="5088298" cy="286216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(not today)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11: Sound Effects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three sounds: a paddle hit, a wall hit, and a score.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First milestone, by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formed, game concept written, repository created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