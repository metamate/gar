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8.xml"/><Relationship Id="rId16" Type="http://schemas.openxmlformats.org/officeDocument/2006/relationships/slide" Target="slides/slide34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41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8.xml"/><Relationship Id="rId63" Type="http://schemas.openxmlformats.org/officeDocument/2006/relationships/slide" Target="slides/slide40.xml"/><Relationship Id="rId65" Type="http://schemas.openxmlformats.org/officeDocument/2006/relationships/slide" Target="slides/slide39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That is the course: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draw at a fixed small resolution and scale it to the window. The window can resize; the game doesn’t notice.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exactly as before; that’s the point of a refactor.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skill, not luck.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check: every mode touches every method. That is the problem Flappy Bird solves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moves when frames are drawn, not when the game updates: faster on a fast screen, and wrong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Open the game-loop demo on the course site and try both at a low frame rate. 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19.png"/><Relationship Id="rId4" Type="http://schemas.openxmlformats.org/officeDocument/2006/relationships/hyperlink" Target="https://www.bfxr.net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gif-pong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0933" y="1281973"/>
            <a:ext cx="6062133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framework: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 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Google Shape;14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90388" y="1826262"/>
            <a:ext cx="6363224" cy="208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8925" y="993652"/>
            <a:ext cx="5326150" cy="359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frame, scaled by delta time. Fixed: always the same step.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54864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Variable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one Update per frame, × deltaTime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simple, but slightly different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at every frame rate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Fixed timestep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0, 1 or more Updates per frame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deterministic and stable,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 little more complex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1089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is fixed by default: IsFixedTimeStep = true.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Try both in the game-loop demo on the course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Google Shape;174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43884" y="1374759"/>
            <a:ext cx="3656224" cy="304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2: Virtual Resolution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draw at a small fixed resolution, scaled to a resizable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point filtering, so the pixels stay sharp.</a:t>
            </a:r>
            <a:endParaRPr/>
          </a:p>
        </p:txBody>
      </p:sp>
      <p:pic>
        <p:nvPicPr>
          <p:cNvPr id="181" name="Picture 181" descr="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213" y="2429008"/>
            <a:ext cx="4061575" cy="228463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Google Shape;18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05075" y="1731955"/>
            <a:ext cx="4133850" cy="217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care about deltatime?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ElapsedGameTime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TotalSeconds</a:t>
            </a:r>
            <a:endParaRPr sz="1000">
              <a:solidFill>
                <a:srgbClr val="9CDCFE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we need velocity for?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emulate “GetKeyDown”?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sp>
        <p:nvSpPr>
          <p:cNvPr id="239" name="Google Shape;239;p4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0" name="Google Shape;24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5562" y="1488650"/>
            <a:ext cx="3572875" cy="2817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sp>
        <p:nvSpPr>
          <p:cNvPr id="246" name="Google Shape;246;p4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247" name="Google Shape;247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17452" y="1351938"/>
            <a:ext cx="4509099" cy="3091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exactly as before.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87600" y="1675200"/>
            <a:ext cx="404460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Google Shape;26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5656" y="1625188"/>
            <a:ext cx="3365555" cy="189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150;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Google Shape;279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6587" y="1041776"/>
            <a:ext cx="5290826" cy="3393251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47"/>
          <p:cNvSpPr txBox="1"/>
          <p:nvPr/>
        </p:nvSpPr>
        <p:spPr>
          <a:xfrm>
            <a:off x="3038400" y="4514350"/>
            <a:ext cx="3067200" cy="30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https://gameprogrammingpatterns.com/state.html</a:t>
            </a:r>
            <a:endParaRPr sz="10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pic>
        <p:nvPicPr>
          <p:cNvPr id="306" name="Google Shape;306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90063" y="1139600"/>
            <a:ext cx="2963875" cy="2864299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51"/>
          <p:cNvSpPr txBox="1"/>
          <p:nvPr/>
        </p:nvSpPr>
        <p:spPr>
          <a:xfrm>
            <a:off x="3710700" y="412265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  <p:pic>
        <p:nvPicPr>
          <p:cNvPr id="320" name="Google Shape;320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538" y="2195848"/>
            <a:ext cx="7010925" cy="140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