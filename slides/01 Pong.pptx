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8.xml"/><Relationship Id="rId16" Type="http://schemas.openxmlformats.org/officeDocument/2006/relationships/slide" Target="slides/slide34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4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8.xml"/><Relationship Id="rId63" Type="http://schemas.openxmlformats.org/officeDocument/2006/relationships/slide" Target="slides/slide40.xml"/><Relationship Id="rId65" Type="http://schemas.openxmlformats.org/officeDocument/2006/relationships/slide" Target="slides/slide39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That is the course: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exactly as before; that’s the point of a refactor.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check: every mode touches every method. That is the problem Flappy Bird solves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gif-pong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933" y="1281973"/>
            <a:ext cx="6062133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framework: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So 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exactly as before.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