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4" r:id="rId44"/>
    <p:sldId id="295" r:id="rId45"/>
    <p:sldId id="308" r:id="rId16"/>
    <p:sldId id="297" r:id="rId47"/>
    <p:sldId id="298" r:id="rId48"/>
    <p:sldId id="299" r:id="rId49"/>
    <p:sldId id="309" r:id="rId15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5" Type="http://schemas.openxmlformats.org/officeDocument/2006/relationships/slide" Target="slides/slide38.xml"/><Relationship Id="rId16" Type="http://schemas.openxmlformats.org/officeDocument/2006/relationships/slide" Target="slides/slide34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41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8.xml"/><Relationship Id="rId63" Type="http://schemas.openxmlformats.org/officeDocument/2006/relationships/slide" Target="slides/slide40.xml"/><Relationship Id="rId65" Type="http://schemas.openxmlformats.org/officeDocument/2006/relationships/slide" Target="slides/slide39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In this course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draw at a fixed small resolution and scale it to the window. The window can resize; the game doesn’t notice.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GARCore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as it did before, since a refactor changes only the structure.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_winningScore in Game1. The pause needs a new if in Update (skip the play logic) and in Draw (show Paused), and a key check. Every mode touches every method, and Flappy Bird fixes this with a state machine.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Pong7 and Pong10 side by side, then run Pong10.</a:t>
            </a:r>
          </a:p>
          <a:p>
            <a:r>
              <a:t>- Pong8: the score, in font-big</a:t>
            </a:r>
          </a:p>
          <a:p>
            <a:r>
              <a:t>- Pong9: serve, and the player who was scored on serves</a:t>
            </a:r>
          </a:p>
          <a:p>
            <a:r>
              <a:t>- Pong10: done at 10 points</a:t>
            </a:r>
          </a:p>
          <a:p>
            <a:r>
              <a:t>Point at the ifs on the mode string in Update and in Draw.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Play(volume, pitch, pan): pitch runs from -1 to 1. For example Math.Clamp(speed / maxSpeed - 0.5f, -1, 1) at the paddle hit.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Pong11, and show the three Play calls: paddle hit, wall hit, point.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would move once per drawn frame, so it goes faster on a fast screen, and stops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Open the game-loop demo on the course site and try both at a low frame rate. 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gif-pong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0933" y="1281973"/>
            <a:ext cx="6062133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3977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 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 gives you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01-pong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(Pong0 to Pong11),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frame, scaled by delta time. Fixed: always the same step.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54864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Variable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one Update per frame, × deltaTime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simple, but slightly different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at every frame rate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Fixed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0, 1 or more Updates per frame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deterministic and stable,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little more complex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is fixed by default: IsFixedTimeStep = true.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Try both in the game-loop demo on the course site.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2: Virtual Resolution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draw at a small fixed resolution, scaled to a resizable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point filtering, so the pixels stay sharp.</a:t>
            </a:r>
            <a:endParaRPr/>
          </a:p>
        </p:txBody>
      </p:sp>
      <p:pic>
        <p:nvPicPr>
          <p:cNvPr id="181" name="Picture 18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213" y="2429008"/>
            <a:ext cx="4061575" cy="22846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Google Shape;1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1731955"/>
            <a:ext cx="41338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care about deltatime?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ElapsedGameTime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TotalSeconds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we need velocity for?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emulate “GetKeyDown”?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as it did before.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87600" y="1675200"/>
            <a:ext cx="404460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Google Shape;26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56" y="1625188"/>
            <a:ext cx="3365555" cy="189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150;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Pong7 → Pong10: score, serve and done modes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Three Points and a Pause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End a game at 3 points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paused mode that P toggles during play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methods did you have to change?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(Flappy Bird)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Sound Effects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Pong11: a sound for a paddle hit, a wall hit and a point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Pitch With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 takes a volume, a pitch and a pan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paddle sound’s pitch as the ball speeds up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