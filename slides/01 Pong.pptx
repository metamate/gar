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311" r:id="rId43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9.xml"/><Relationship Id="rId16" Type="http://schemas.openxmlformats.org/officeDocument/2006/relationships/slide" Target="slides/slide35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43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18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42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9.xml"/><Relationship Id="rId63" Type="http://schemas.openxmlformats.org/officeDocument/2006/relationships/slide" Target="slides/slide41.xml"/><Relationship Id="rId65" Type="http://schemas.openxmlformats.org/officeDocument/2006/relationships/slide" Target="slides/slide40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rectangles overlap only if they overlap on both axes. On the right they overlap on x only, so there is no collision.</a:t>
            </a:r>
          </a:p>
          <a:p>
            <a:r>
              <a:t>Ask: what are the four comparisons? Answer: a.Left &lt; b.Right, a.Right &gt; b.Left, and the same two for top and bottom.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4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4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4" Type="http://schemas.openxmlformats.org/officeDocument/2006/relationships/hyperlink" Target="https://www.bfxr.n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Picture 148" descr="game-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  <p:pic>
        <p:nvPicPr>
          <p:cNvPr id="156" name="Picture 155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09" y="1051560"/>
            <a:ext cx="7536581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frame. Fixed: equal steps (MonoGame’s default).</a:t>
            </a:r>
            <a:endParaRPr/>
          </a:p>
        </p:txBody>
      </p:sp>
      <p:pic>
        <p:nvPicPr>
          <p:cNvPr id="304" name="Picture 303" descr="time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7863840" cy="371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Picture 173" descr="filte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0" descr="virtual-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Picture 187" descr="coordin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097280"/>
            <a:ext cx="6766560" cy="38531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548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</p:txBody>
      </p:sp>
      <p:pic>
        <p:nvPicPr>
          <p:cNvPr id="214" name="Picture 213" descr="delta-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17320"/>
            <a:ext cx="7498079" cy="35824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pic>
        <p:nvPicPr>
          <p:cNvPr id="239" name="Picture 238" descr="encapsu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pic>
        <p:nvPicPr>
          <p:cNvPr id="246" name="Picture 245" descr="update-meth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2423160" y="1675200"/>
            <a:ext cx="429768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110;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Picture 278" descr="mo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sp>
        <p:nvSpPr>
          <p:cNvPr id="307" name="Google Shape;307;p51"/>
          <p:cNvSpPr txBox="1"/>
          <p:nvPr/>
        </p:nvSpPr>
        <p:spPr>
          <a:xfrm>
            <a:off x="3710700" y="265176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Retro sound effects in seconds, or record your own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Two Rectangles Overlap?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