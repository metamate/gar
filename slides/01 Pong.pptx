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310" r:id="rId46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311" r:id="rId43"/>
    <p:sldId id="312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40.xml"/><Relationship Id="rId16" Type="http://schemas.openxmlformats.org/officeDocument/2006/relationships/slide" Target="slides/slide36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30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1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18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3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9.xml"/><Relationship Id="rId63" Type="http://schemas.openxmlformats.org/officeDocument/2006/relationships/slide" Target="slides/slide42.xml"/><Relationship Id="rId65" Type="http://schemas.openxmlformats.org/officeDocument/2006/relationships/slide" Target="slides/slide41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rectangles overlap only if they overlap on both axes. On the right they overlap on x only, so there is no collision.</a:t>
            </a:r>
          </a:p>
          <a:p>
            <a:r>
              <a:t>The code is the picture: the first line is the bars under the boxes, the second the bars beside them.</a:t>
            </a:r>
          </a:p>
          <a:p>
            <a:r>
              <a:t>Draw two boxes on the board and check the four comparisons together.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Bars at the sides when the window is wide, above and below when it is tall.</a:t>
            </a:r>
          </a:p>
          <a:p>
            <a:r>
              <a:t>LinearClamp blurs the text. At 640 × 360 the text is half as big on screen: the scale is now 2.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Pong1 and Pong2 side by side, then run Pong2 and resize the window.</a:t>
            </a:r>
          </a:p>
          <a:p>
            <a:r>
              <a:t>- the transform matrix passed to Begin</a:t>
            </a:r>
          </a:p>
          <a:p>
            <a:r>
              <a:t>- the scale is the smaller of the two ratios, so nothing stretches</a:t>
            </a:r>
          </a:p>
          <a:p>
            <a:r>
              <a:t>- the viewport centres the picture; black bars fill the rest</a:t>
            </a:r>
          </a:p>
          <a:p>
            <a:r>
              <a:t>The game code only ever sees 320 × 180. The next exercise starts from Pong2.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middle of the paddle sends the ball straight back; the further from the middle, the steeper.</a:t>
            </a:r>
          </a:p>
          <a:p>
            <a:r>
              <a:t>Ask: why is this better than a random angle? Answer: the player controls the angle, so hitting becomes a skill.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4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4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4" Type="http://schemas.openxmlformats.org/officeDocument/2006/relationships/hyperlink" Target="https://www.bfxr.ne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Picture 148" descr="game-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  <p:pic>
        <p:nvPicPr>
          <p:cNvPr id="156" name="Picture 155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09" y="1051560"/>
            <a:ext cx="7536581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frame. Fixed: equal steps (MonoGame’s default).</a:t>
            </a:r>
            <a:endParaRPr/>
          </a:p>
        </p:txBody>
      </p:sp>
      <p:pic>
        <p:nvPicPr>
          <p:cNvPr id="304" name="Picture 303" descr="time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7863840" cy="371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Picture 173" descr="filte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Virtual Resolution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 → Pong2: drawn at 320 × 180, scaled to a resizable window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Point filtering keeps the pixels sharp; black bars keep the shape.</a:t>
            </a:r>
            <a:endParaRPr/>
          </a:p>
        </p:txBody>
      </p:sp>
      <p:pic>
        <p:nvPicPr>
          <p:cNvPr id="181" name="Picture 180" descr="virtual-re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67665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Resize the Window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Pong2: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Drag the window wide, then tall. Where do the bars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PointClamp for LinearClamp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Set the virtual size to 640 × 360. What happens to the text?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Picture 187" descr="coordin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097280"/>
            <a:ext cx="6766560" cy="38531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548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multiply movement by delta time?</a:t>
            </a:r>
            <a:endParaRPr/>
          </a:p>
        </p:txBody>
      </p:sp>
      <p:pic>
        <p:nvPicPr>
          <p:cNvPr id="214" name="Picture 213" descr="delta-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17320"/>
            <a:ext cx="7498079" cy="35824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Check it at 30 updates a second. And without delta time?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tell that a key was just pressed?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pic>
        <p:nvPicPr>
          <p:cNvPr id="239" name="Picture 238" descr="encapsu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pic>
        <p:nvPicPr>
          <p:cNvPr id="246" name="Picture 245" descr="update-meth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which order are the three updated? Would another order change anything?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914400"/>
            <a:ext cx="6035040" cy="30175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4069080"/>
            <a:ext cx="7315200" cy="8229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return boxA.Left &lt; boxB.Right &amp;&amp; boxA.Right &gt; boxB.Left      // overlap on x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    &amp;&amp; boxA.Top &lt; boxB.Bottom &amp;&amp; boxA.Bottom &gt; boxB.Top;     // overlap on 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the Ball Hits Sets the Angle</a:t>
            </a:r>
            <a:endParaRPr/>
          </a:p>
        </p:txBody>
      </p:sp>
      <p:pic>
        <p:nvPicPr>
          <p:cNvPr id="3" name="Picture 2" descr="bou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110;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Picture 278" descr="mo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sp>
        <p:nvSpPr>
          <p:cNvPr id="307" name="Google Shape;307;p51"/>
          <p:cNvSpPr txBox="1"/>
          <p:nvPr/>
        </p:nvSpPr>
        <p:spPr>
          <a:xfrm>
            <a:off x="3710700" y="265176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Retro sound effects in seconds, or record your own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