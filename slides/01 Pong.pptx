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310" r:id="rId46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9.xml"/><Relationship Id="rId16" Type="http://schemas.openxmlformats.org/officeDocument/2006/relationships/slide" Target="slides/slide35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18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42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9.xml"/><Relationship Id="rId63" Type="http://schemas.openxmlformats.org/officeDocument/2006/relationships/slide" Target="slides/slide41.xml"/><Relationship Id="rId65" Type="http://schemas.openxmlformats.org/officeDocument/2006/relationships/slide" Target="slides/slide40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Bars at the sides when the window is wide, above and below when it is tall.</a:t>
            </a:r>
          </a:p>
          <a:p>
            <a:r>
              <a:t>LinearClamp blurs the text. At 640 × 360 the text is half as big on screen: the scale is now 2.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Pong1 and Pong2 side by side, then run Pong2 and resize the window.</a:t>
            </a:r>
          </a:p>
          <a:p>
            <a:r>
              <a:t>- the transform matrix passed to Begin</a:t>
            </a:r>
          </a:p>
          <a:p>
            <a:r>
              <a:t>- the scale is the smaller of the two ratios, so nothing stretches</a:t>
            </a:r>
          </a:p>
          <a:p>
            <a:r>
              <a:t>- the viewport centres the picture; black bars fill the rest</a:t>
            </a:r>
          </a:p>
          <a:p>
            <a:r>
              <a:t>The game code only ever sees 320 × 180. The next exercise starts from Pong2.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Virtual Resolution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 → Pong2: drawn at 320 × 180, scaled to a resizable window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Point filtering keeps the pixels sharp; black bars keep the shape.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Resize the Window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Pong2: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Drag the window wide, then tall. Where do the bars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PointClamp for LinearClamp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Set the virtual size to 640 × 360. What happens to the text?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multiply movement by delta 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tell that a key was just pressed?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110;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