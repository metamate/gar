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skill, not luck.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check: every mode touches every method. That is the problem Flappy Bird solves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framework: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