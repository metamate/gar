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4" r:id="rId63"/>
    <p:sldId id="305" r:id="rId64"/>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50.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 Id="rId63" Type="http://schemas.openxmlformats.org/officeDocument/2006/relationships/slide" Target="slides/slide48.xml"/><Relationship Id="rId64"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4" Type="http://schemas.openxmlformats.org/officeDocument/2006/relationships/image" Target="../media/image2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ar-games/tree/main/01-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5"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rP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rP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Picture 107" descr="gif-pong.gif"/>
          <p:cNvPicPr>
            <a:picLocks noChangeAspect="1"/>
          </p:cNvPicPr>
          <p:nvPr/>
        </p:nvPicPr>
        <p:blipFill>
          <a:blip r:embed="rId4"/>
          <a:stretch>
            <a:fillRect/>
          </a:stretch>
        </p:blipFill>
        <p:spPr>
          <a:xfrm>
            <a:off x="1540933" y="1281973"/>
            <a:ext cx="6062133" cy="34099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games on GitHub: Metamate/gar-games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01-pong)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gar-games and open 01-pong/Pong0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it from the 01-pong folder: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rP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Picture 201" descr="pong3.png"/>
          <p:cNvPicPr>
            <a:picLocks noChangeAspect="1"/>
          </p:cNvPicPr>
          <p:nvPr/>
        </p:nvPicPr>
        <p:blipFill>
          <a:blip r:embed="rId5"/>
          <a:stretch>
            <a:fillRect/>
          </a:stretch>
        </p:blipFill>
        <p:spPr>
          <a:xfrm>
            <a:off x="2393662" y="2406160"/>
            <a:ext cx="4356675" cy="245062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rP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Picture 220" descr="pong4.png"/>
          <p:cNvPicPr>
            <a:picLocks noChangeAspect="1"/>
          </p:cNvPicPr>
          <p:nvPr/>
        </p:nvPicPr>
        <p:blipFill>
          <a:blip r:embed="rId4"/>
          <a:stretch>
            <a:fillRect/>
          </a:stretch>
        </p:blipFill>
        <p:spPr>
          <a:xfrm>
            <a:off x="2542227" y="2576865"/>
            <a:ext cx="4059549" cy="22834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rP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Picture 233" descr="pong5.png"/>
          <p:cNvPicPr>
            <a:picLocks noChangeAspect="1"/>
          </p:cNvPicPr>
          <p:nvPr/>
        </p:nvPicPr>
        <p:blipFill>
          <a:blip r:embed="rId4"/>
          <a:stretch>
            <a:fillRect/>
          </a:stretch>
        </p:blipFill>
        <p:spPr>
          <a:xfrm>
            <a:off x="2579537" y="2619736"/>
            <a:ext cx="3984937" cy="2241527"/>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73" name="Picture 273" descr="pong8.png"/>
          <p:cNvPicPr>
            <a:picLocks noChangeAspect="1"/>
          </p:cNvPicPr>
          <p:nvPr/>
        </p:nvPicPr>
        <p:blipFill>
          <a:blip r:embed="rId4"/>
          <a:stretch>
            <a:fillRect/>
          </a:stretch>
        </p:blipFill>
        <p:spPr>
          <a:xfrm>
            <a:off x="2120062" y="2034455"/>
            <a:ext cx="4903894" cy="27584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87" name="Picture 287" descr="pong9.png"/>
          <p:cNvPicPr>
            <a:picLocks noChangeAspect="1"/>
          </p:cNvPicPr>
          <p:nvPr/>
        </p:nvPicPr>
        <p:blipFill>
          <a:blip r:embed="rId4"/>
          <a:stretch>
            <a:fillRect/>
          </a:stretch>
        </p:blipFill>
        <p:spPr>
          <a:xfrm>
            <a:off x="2721375" y="2782723"/>
            <a:ext cx="3701249" cy="208195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Picture 294" descr="pong10.png"/>
          <p:cNvPicPr>
            <a:picLocks noChangeAspect="1"/>
          </p:cNvPicPr>
          <p:nvPr/>
        </p:nvPicPr>
        <p:blipFill>
          <a:blip r:embed="rId4"/>
          <a:stretch>
            <a:fillRect/>
          </a:stretch>
        </p:blipFill>
        <p:spPr>
          <a:xfrm>
            <a:off x="2027855" y="1938429"/>
            <a:ext cx="5088300" cy="286216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games would you like to make? Pick two or three candidates</a:t>
            </a:r>
            <a:endParaRPr/>
          </a:p>
          <a:p>
            <a:pPr indent="-330200" lvl="0" marL="457200" rtl="0" algn="l">
              <a:spcBef>
                <a:spcPts val="0"/>
              </a:spcBef>
              <a:spcAft>
                <a:spcPts val="0"/>
              </a:spcAft>
              <a:buSzPts val="1600"/>
              <a:buChar char="●"/>
            </a:pPr>
            <a:r>
              <a:rPr lang="en"/>
              <a:t>For each: what updates every frame, and what is drawn?</a:t>
            </a:r>
            <a:endParaRPr/>
          </a:p>
          <a:p>
            <a:pPr indent="-317500" lvl="1" marL="914400" rtl="0" algn="l">
              <a:spcBef>
                <a:spcPts val="0"/>
              </a:spcBef>
              <a:spcAft>
                <a:spcPts val="0"/>
              </a:spcAft>
              <a:buSzPts val="1400"/>
              <a:buChar char="○"/>
            </a:pPr>
            <a:r>
              <a:rPr lang="en"/>
              <a:t>That’s its game loop</a:t>
            </a:r>
            <a:endParaRPr/>
          </a:p>
          <a:p>
            <a:pPr indent="-330200" lvl="0" marL="457200" rtl="0" algn="l">
              <a:spcBef>
                <a:spcPts val="0"/>
              </a:spcBef>
              <a:spcAft>
                <a:spcPts val="0"/>
              </a:spcAft>
              <a:buSzPts val="1600"/>
              <a:buChar char="●"/>
            </a:pPr>
            <a:r>
              <a:rPr lang="en"/>
              <a:t>Could you build a naive prototype of the core idea first, like this Pong?</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Form groups of 1–3 students</a:t>
            </a:r>
            <a:endParaRPr/>
          </a:p>
          <a:p>
            <a:pPr indent="-330200" lvl="0" marL="457200" rtl="0" algn="l">
              <a:spcBef>
                <a:spcPts val="0"/>
              </a:spcBef>
              <a:spcAft>
                <a:spcPts val="0"/>
              </a:spcAft>
              <a:buSzPts val="1600"/>
              <a:buChar char="●"/>
            </a:pPr>
            <a:r>
              <a:rPr lang="en"/>
              <a:t>Think of a game you want to create</a:t>
            </a:r>
            <a:endParaRPr/>
          </a:p>
          <a:p>
            <a:pPr indent="-317500" lvl="1" marL="914400" rtl="0" algn="l">
              <a:spcBef>
                <a:spcPts val="0"/>
              </a:spcBef>
              <a:spcAft>
                <a:spcPts val="0"/>
              </a:spcAft>
              <a:buSzPts val="1400"/>
              <a:buChar char="○"/>
            </a:pPr>
            <a:r>
              <a:rPr lang="en"/>
              <a:t>Take inspiration from classic games!</a:t>
            </a:r>
            <a:endParaRPr/>
          </a:p>
          <a:p>
            <a:pPr indent="-317500" lvl="1" marL="914400" rtl="0" algn="l">
              <a:spcBef>
                <a:spcPts val="0"/>
              </a:spcBef>
              <a:spcAft>
                <a:spcPts val="0"/>
              </a:spcAft>
              <a:buSzPts val="1400"/>
              <a:buChar char="○"/>
            </a:pPr>
            <a:r>
              <a:rPr lang="en"/>
              <a:t>Be mindful of scope (creep)</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