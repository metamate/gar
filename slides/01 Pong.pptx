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ar-games/tree/main/01-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rP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rP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games on GitHub: Metamate/gar-games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https://github.com/Metamate/gar-games/tree/main/01-pong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gar-games and open 01-pong/Pong0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it from the 01-pong folder: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rP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rP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rP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