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6" r:id="rId65"/>
    <p:sldId id="304" r:id="rId63"/>
    <p:sldId id="305" r:id="rId64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5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21.xml"/><Relationship Id="rId61" Type="http://schemas.openxmlformats.org/officeDocument/2006/relationships/slide" Target="slides/slide22.xml"/><Relationship Id="rId62" Type="http://schemas.openxmlformats.org/officeDocument/2006/relationships/slide" Target="slides/slide37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</a:t>
            </a:r>
          </a:p>
          <a:p>
            <a:r>
              <a:t>Then today’s game: Pong, the whole thing, from an empty window.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932a60132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932a60132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out the patterns: each session has one main topic, and most are a named pattern.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20e943c05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20e943c05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classic game per session, in this order. Each game is small, but introduces one main idea.</a:t>
            </a:r>
          </a:p>
          <a:p>
            <a:r>
              <a:t>The schedule on the site says which topic comes when.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2a60132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2a60132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Groups of 1 to 3 make a small 2D game of their own, using the course’s patterns.</a:t>
            </a:r>
          </a:p>
          <a:p>
            <a:r>
              <a:t>Show the project page on the site: milestones, what to hand in, and when.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32a60132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32a60132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flow on the slide. The question pool is on the site from today.</a:t>
            </a:r>
          </a:p>
          <a:p>
            <a:r>
              <a:t>Say: your project is your exam material. Every session, ask where today’s topic fits in your game.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That is the course: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GMDCore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exactly as before; that’s the point of a refactor.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skill, not luck.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c2ab6540c5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c2ab6540c5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keep score, shown in a bigger font.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diagram: start, Enter, serve, Enter, play; a point goes back to serve; 10 points ends it.</a:t>
            </a:r>
          </a:p>
          <a:p>
            <a:r>
              <a:t>Exercise: add the serve mode; the player who was scored on serves.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2ab6540c5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c2ab6540c5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done mode at 10 points. The screenshot shows the end screen.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three sounds: paddle hit, wall hit, score.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moves when frames are drawn, not when the game updates: faster on a fast screen, and wrong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 groups before next time. First milestone by session 04: groups, a concept, a repository.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hyperlink" Target="https://gameprogrammingpatterns.com/conten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5650" y="1563194"/>
            <a:ext cx="4372700" cy="245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Plan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Sokoban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Super Mario 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Angry Birds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The Legend of 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Pokemon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Geometry Wars</a:t>
            </a:r>
            <a:endParaRPr>
              <a:solidFill>
                <a:schemeClr val="lt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Vampire Survivors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3825" y="533775"/>
            <a:ext cx="3116351" cy="384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Build a simple 2D game, organized with the course’s patterns and principles.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Groups, milestones and the requirements: on the course site.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Oral exam, 20 minutes: draw a question from a known pool.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Answer it with your own project: read, explain and change its code.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41148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Draw a question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304288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56032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Explain the idea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45312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70915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Show it in your project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0196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85799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Change the code live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30175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questions are on the course site, from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gif-pong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933" y="1281973"/>
            <a:ext cx="6062133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framework: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So who writes the game loop, the scenes and the entities?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01-pong)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exercise is its own project: Pong0 → Pong11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exactly as before.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8: Scoring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72" name="Google Shape;272;p4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keep the score, and show it in a bigger font.</a:t>
            </a:r>
            <a:endParaRPr/>
          </a:p>
        </p:txBody>
      </p:sp>
      <p:pic>
        <p:nvPicPr>
          <p:cNvPr id="273" name="Picture 273" descr="p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062" y="2034455"/>
            <a:ext cx="4903893" cy="275844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9: A Serve Mode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serve state: the player who was scored on serves.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10: A Winner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3" name="Google Shape;293;p4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 done mode when a player reaches 10 points.</a:t>
            </a:r>
            <a:endParaRPr/>
          </a:p>
        </p:txBody>
      </p:sp>
      <p:pic>
        <p:nvPicPr>
          <p:cNvPr id="294" name="Picture 294" descr="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856" y="1938429"/>
            <a:ext cx="5088298" cy="286216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(not today)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11: Sound Effects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three sounds: a paddle hit, a wall hit, and a score.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First milestone, by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Groups formed, game concept written, repository created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