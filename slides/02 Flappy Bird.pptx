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54"/>
    <p:sldId id="298" r:id="rId57"/>
    <p:sldId id="296" r:id="rId55"/>
    <p:sldId id="297" r:id="rId56"/>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0.xml"/><Relationship Id="rId55" Type="http://schemas.openxmlformats.org/officeDocument/2006/relationships/slide" Target="slides/slide41.xml"/><Relationship Id="rId56" Type="http://schemas.openxmlformats.org/officeDocument/2006/relationships/slide" Target="slides/slide42.xml"/><Relationship Id="rId57"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instructions (also on the course site):</a:t>
            </a:r>
          </a:p>
          <a:p>
            <a:r>
              <a:t>- Create a MonoGame Game Library project “GMDCore”</a:t>
            </a:r>
          </a:p>
          <a:p>
            <a:r>
              <a:t>  - This will be a common core of functionality that we can add to as we create more games</a:t>
            </a:r>
          </a:p>
          <a:p>
            <a:r>
              <a:t>  - It is simply a class library with MonoGame installed as a dependency</a:t>
            </a:r>
          </a:p>
          <a:p>
            <a:r>
              <a:t>- Create a Core class which derives from the Game class</a:t>
            </a:r>
          </a:p>
          <a:p>
            <a:r>
              <a:t>- Add the UpdateScreenScaleMatrix() method from last week to the Core class</a:t>
            </a:r>
          </a:p>
          <a:p>
            <a:r>
              <a:t>  - You will need to declare a Matrix field (consider the visibility), as well as fields to store the virtual width and virtual height (they are no longer constants)</a:t>
            </a:r>
          </a:p>
          <a:p>
            <a:r>
              <a:t>  - Subscribe the method to the Window.ClientSizeChanged event (like last week)</a:t>
            </a:r>
          </a:p>
          <a:p>
            <a:r>
              <a:t>  - Call UpdateScreenScaleMatrix as the game is initialized (like last week)</a:t>
            </a:r>
          </a:p>
          <a:p>
            <a:r>
              <a:t>- Add a constructor to the Core class</a:t>
            </a:r>
          </a:p>
          <a:p>
            <a:r>
              <a:t>  - It must take these arguments</a:t>
            </a:r>
          </a:p>
          <a:p>
            <a:r>
              <a:t>    - string title, int windowWidth, int windowHeight, int virtualWidth, int virtualHeight</a:t>
            </a:r>
          </a:p>
          <a:p>
            <a:r>
              <a:t>  - In the constructor, use the provided arguments</a:t>
            </a:r>
          </a:p>
          <a:p>
            <a:r>
              <a:t>    - Assign values to virtual width and virtual height fields</a:t>
            </a:r>
          </a:p>
          <a:p>
            <a:r>
              <a:t>    - Set the Window.Title property and PreferredBackBufferWidth/Height of the GraphicsDeviceManager</a:t>
            </a:r>
          </a:p>
          <a:p>
            <a:r>
              <a:t>- Make the GraphicsDeviceManager and SpriteBatch visible in derived classes</a:t>
            </a:r>
          </a:p>
          <a:p>
            <a:r>
              <a:t>  - Consider naming conventions when changing visibility of a field</a:t>
            </a:r>
          </a:p>
          <a:p>
            <a:r>
              <a:t>- Move the SpriteBatch initialization to the start of the Initialize() method</a:t>
            </a:r>
          </a:p>
          <a:p>
            <a:r>
              <a:t>- Remove the call to GraphicsDevice.Clear() in the Draw method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instructions (also on the course site):</a:t>
            </a:r>
          </a:p>
          <a:p>
            <a:r>
              <a:t>- Create a new MonoGame project “Flappy”</a:t>
            </a:r>
          </a:p>
          <a:p>
            <a:r>
              <a:t>  - Start from the gar-starter template on GitHub</a:t>
            </a:r>
          </a:p>
          <a:p>
            <a:r>
              <a:t>- Add a reference to the GMDCore class library</a:t>
            </a:r>
          </a:p>
          <a:p>
            <a:r>
              <a:t>  - Derive your Game1 class from the Core class in the class library</a:t>
            </a:r>
          </a:p>
          <a:p>
            <a:r>
              <a:t>  - Take advantage of the Core class constructor to create a window with…</a:t>
            </a:r>
          </a:p>
          <a:p>
            <a:r>
              <a:t>    - 512x288 virtual resolution</a:t>
            </a:r>
          </a:p>
          <a:p>
            <a:r>
              <a:t>    - 1280x720 window resolution</a:t>
            </a:r>
          </a:p>
          <a:p>
            <a:r>
              <a:t>  - The implementation of your Game1 constructor should be empty for now</a:t>
            </a:r>
          </a:p>
          <a:p>
            <a:r>
              <a:t>- Remove the GraphicsDevice &amp; SpriteBatch fields from the Game1 class</a:t>
            </a:r>
          </a:p>
          <a:p>
            <a:r>
              <a:t>  - We are now using the base Core class counterparts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83da3f63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83da3f63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instructions (also on the course site):</a:t>
            </a:r>
          </a:p>
          <a:p>
            <a:r>
              <a:t>- Add a background image and a ground image to the empty screen</a:t>
            </a:r>
          </a:p>
          <a:p>
            <a:r>
              <a:t>  - Store the two images in an “images” folder inside your Assets folder</a:t>
            </a:r>
          </a:p>
          <a:p>
            <a:r>
              <a:t>  - Remember to call ContentManager.Load inside LoadContent()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instructions (also on the course site):</a:t>
            </a:r>
          </a:p>
          <a:p>
            <a:r>
              <a:t>- Implement an infinitely scrolling background using the two provided images</a:t>
            </a:r>
          </a:p>
          <a:p>
            <a:r>
              <a:t>  - The background must move slower than the ground in order to create the desired parallax effect</a:t>
            </a:r>
          </a:p>
          <a:p>
            <a:r>
              <a:t>  - You will need two new constants to control the scroll speed as well as two new fields to keep track of the position of each element</a:t>
            </a:r>
          </a:p>
          <a:p>
            <a:r>
              <a:t>  - For the graphics provided to you, the “looping points” are</a:t>
            </a:r>
          </a:p>
          <a:p>
            <a:r>
              <a:t>    - Background: 413</a:t>
            </a:r>
          </a:p>
          <a:p>
            <a:r>
              <a:t>    - Ground: 512 (virtual width)</a:t>
            </a:r>
          </a:p>
          <a:p>
            <a:r>
              <a:t>  - The % operator might come in handy here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instructions (also on the course site):</a:t>
            </a:r>
          </a:p>
          <a:p>
            <a:r>
              <a:t>- Add a bird to the screen</a:t>
            </a:r>
          </a:p>
          <a:p>
            <a:r>
              <a:t>  - Create a Bird class to encapsulate the relevant data (for now Position)</a:t>
            </a:r>
          </a:p>
          <a:p>
            <a:r>
              <a:t>  - Remember to add relevant methods (Update and Draw)</a:t>
            </a:r>
          </a:p>
          <a:p>
            <a:r>
              <a:t>- How do we get a reference to the Bird image in the bird class? Multiple approaches…</a:t>
            </a:r>
          </a:p>
          <a:p>
            <a:r>
              <a:t>  - Make the texture available as a public static field in the Game1 class (like last week)</a:t>
            </a:r>
          </a:p>
          <a:p>
            <a:r>
              <a:t>    - This breaks encapsulation and bloats the Game1 class…</a:t>
            </a:r>
          </a:p>
          <a:p>
            <a:r>
              <a:t>  - Inject the Texture2D or ContentManager into the bird upon initialization</a:t>
            </a:r>
          </a:p>
          <a:p>
            <a:r>
              <a:t>    - This is a bit tedious to have to do for every instantiation of an entity</a:t>
            </a:r>
          </a:p>
          <a:p>
            <a:r>
              <a:t>  - Make the ContentManager available across our game files</a:t>
            </a:r>
          </a:p>
          <a:p>
            <a:r>
              <a:t>    - marking it as a static field in the Core library</a:t>
            </a:r>
          </a:p>
          <a:p>
            <a:r>
              <a:t>  - Create a separate, static Art class that holds references to all assets</a:t>
            </a:r>
          </a:p>
          <a:p>
            <a:r>
              <a:t>    - This class would then be passed the ContentManager in its constructor</a:t>
            </a:r>
          </a:p>
          <a:p>
            <a:r>
              <a:t>- Refactor your existing asset references (background and ground) to use the Art class</a:t>
            </a:r>
          </a:p>
          <a:p>
            <a:r>
              <a:t>- Initialize the Bird in the Game1 Initialize method with a default position of 100,100</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instructions (also on the course site):</a:t>
            </a:r>
          </a:p>
          <a:p>
            <a:r>
              <a:t>- Add gravity to make the bird fall</a:t>
            </a:r>
          </a:p>
          <a:p>
            <a:r>
              <a:t>  - You will need to introduce two new fields</a:t>
            </a:r>
          </a:p>
          <a:p>
            <a:r>
              <a:t>    - One constant for gravity (pick a fitting value) and another to keep track of the velocity of the bird</a:t>
            </a:r>
          </a:p>
          <a:p>
            <a:r>
              <a:t>    - Remember to normalize both the update in position and velocity by using deltatime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instructions (also on the course site):</a:t>
            </a:r>
          </a:p>
          <a:p>
            <a:r>
              <a:t>- Recall from last week how to emulate a key being pressed down this frame? Add that functionality to the GMDCore library!</a:t>
            </a:r>
          </a:p>
          <a:p>
            <a:r>
              <a:t>  - Create a new folder “Input” in GMDCore</a:t>
            </a:r>
          </a:p>
          <a:p>
            <a:r>
              <a:t>    - Add a class “KeyboardInfo” to the folder containing</a:t>
            </a:r>
          </a:p>
          <a:p>
            <a:r>
              <a:t>      - A way to keep track of previous and current keyboardstate</a:t>
            </a:r>
          </a:p>
          <a:p>
            <a:r>
              <a:t>        - Create a custom Update method to update them each frame</a:t>
            </a:r>
          </a:p>
          <a:p>
            <a:r>
              <a:t>      - Methods for checking IsKeyUp, IsKeyDown, WasKeyJustPressed, WasKeyJustReleased</a:t>
            </a:r>
          </a:p>
          <a:p>
            <a:r>
              <a:t>    - Add a “MouseInfo” class the same way: IsLeftButtonDown, WasLeftButtonJustPressed, Position</a:t>
            </a:r>
          </a:p>
          <a:p>
            <a:r>
              <a:t>    - Add another class “InputManager” in the same folder containing</a:t>
            </a:r>
          </a:p>
          <a:p>
            <a:r>
              <a:t>      - A KeyboardInfo and a MouseInfo instance</a:t>
            </a:r>
          </a:p>
          <a:p>
            <a:r>
              <a:t>      - An Update method that updates both</a:t>
            </a:r>
          </a:p>
          <a:p>
            <a:r>
              <a:t>    - Add the InputManager as static property to the Core class</a:t>
            </a:r>
          </a:p>
          <a:p>
            <a:r>
              <a:t>    - Remember to call Update on the InputManager in the Update method of Core</a:t>
            </a:r>
          </a:p>
          <a:p>
            <a:r>
              <a:t>- Make the bird flap on Space or a left click to counteract the gravity</a:t>
            </a:r>
          </a:p>
          <a:p>
            <a:r>
              <a:t>  - Remember, the 2D coordinate system has its origin in the top left…</a:t>
            </a:r>
          </a:p>
          <a:p>
            <a:r>
              <a:t>  - Overwriting the vertical velocity with a “jumpforce” value is a good way to instantly give the bird a jolt of upwards momentum</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79d334e7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79d334e7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instructions (also on the course site):</a:t>
            </a:r>
          </a:p>
          <a:p>
            <a:r>
              <a:t>- Add the pipe to our game</a:t>
            </a:r>
          </a:p>
          <a:p>
            <a:r>
              <a:t>  - Unsurprisingly, we will model the Pipe as a class</a:t>
            </a:r>
          </a:p>
          <a:p>
            <a:r>
              <a:t>  - Inside the class, you must create a constructor that spawns a pipe at a random vertical position at the rightmost edge and within the lower quarter of the screen</a:t>
            </a:r>
          </a:p>
          <a:p>
            <a:r>
              <a:t>    - The Random class will be useful here</a:t>
            </a:r>
          </a:p>
          <a:p>
            <a:r>
              <a:t>    - You will need to add the Pipe as a Texture2D to the Art class</a:t>
            </a:r>
          </a:p>
          <a:p>
            <a:r>
              <a:t>  - You must also create an update method that “scrolls” the Pipe to the left of the screen based on a pipe speed value</a:t>
            </a:r>
          </a:p>
          <a:p>
            <a:r>
              <a:t>    - Picking the same speed as the ground scroll “grounds” the pipes to the ground</a:t>
            </a:r>
          </a:p>
          <a:p>
            <a:r>
              <a:t>  - Include functionality for rendering the Pipe to the screen</a:t>
            </a:r>
          </a:p>
          <a:p>
            <a:r>
              <a:t>- Render the pipe an “infinite” amount of times!</a:t>
            </a:r>
          </a:p>
          <a:p>
            <a:r>
              <a:t>  - In the Game1 class, add functionality to spawn pipes at a set interval</a:t>
            </a:r>
          </a:p>
          <a:p>
            <a:r>
              <a:t>  - You will need two new fields, a spawn timer, and a constant spawn interval</a:t>
            </a:r>
          </a:p>
          <a:p>
            <a:r>
              <a:t>  - You will also need a list to keep track of all pipes</a:t>
            </a:r>
          </a:p>
          <a:p>
            <a:r>
              <a:t>    - You will be iterating through the list of pipes both in Update and Draw of Game1</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instructions (also on the course site):</a:t>
            </a:r>
          </a:p>
          <a:p>
            <a:r>
              <a:t>- The pipes must now be spawned in “pairs”, with one pipe facing up and the other facing down.</a:t>
            </a:r>
          </a:p>
          <a:p>
            <a:r>
              <a:t>  - We will model this as a new class, PipePair, wrapping the Pipe class</a:t>
            </a:r>
          </a:p>
          <a:p>
            <a:r>
              <a:t>  - The PipePair class will contain</a:t>
            </a:r>
          </a:p>
          <a:p>
            <a:r>
              <a:t>    - A top pipe and a bottom pipe</a:t>
            </a:r>
          </a:p>
          <a:p>
            <a:r>
              <a:t>    - A pipe gap (vertical distance between two pipes)</a:t>
            </a:r>
          </a:p>
          <a:p>
            <a:r>
              <a:t>    - A pipe speed value (move this from the Pipe class to the PipePair class)</a:t>
            </a:r>
          </a:p>
          <a:p>
            <a:r>
              <a:t>    - A float to keep track of the horizontal position of the two pipes</a:t>
            </a:r>
          </a:p>
          <a:p>
            <a:r>
              <a:t>    - A constructor that takes a float y value to define the vertical position of the pipe gap</a:t>
            </a:r>
          </a:p>
          <a:p>
            <a:r>
              <a:t>    - Logic that flags PipePairs for deletion once they go beyond the left side of the screen</a:t>
            </a:r>
          </a:p>
          <a:p>
            <a:r>
              <a:t>    - Since the PipePair will be controlling the pipes, the update and initialization logic of of the Pipe class will be moved to the PipePair class</a:t>
            </a:r>
          </a:p>
          <a:p>
            <a:r>
              <a:t>  - The Pipe constructor must now take a position and a bool indicating whether it is flipped</a:t>
            </a:r>
          </a:p>
          <a:p>
            <a:r>
              <a:t>    - The position is purely used to draw the Pipe, as all movement is done in PipePair</a:t>
            </a:r>
          </a:p>
          <a:p>
            <a:r>
              <a:t>    - For flipping the pipe art, you must use a specific overload of SpriteBatch.Draw() with a SpriteEffects argument</a:t>
            </a:r>
          </a:p>
          <a:p>
            <a:r>
              <a:t>- Update the Game1 class to work with PipePairs instead of Pipes</a:t>
            </a:r>
          </a:p>
          <a:p>
            <a:r>
              <a:t>  - The pipe pairs will be spawned given a vertical position for the gap</a:t>
            </a:r>
          </a:p>
          <a:p>
            <a:r>
              <a:t>    - Make this position vary slightly for each pipe pair</a:t>
            </a:r>
          </a:p>
          <a:p>
            <a:r>
              <a:t>      - Keep track of the previous spawn position and add a random value (e.g. -50-50) to it</a:t>
            </a:r>
          </a:p>
          <a:p>
            <a:r>
              <a:t>      - This position must be clamped so that you don’t risk spawning the pipe gap above/below the screen</a:t>
            </a:r>
          </a:p>
          <a:p>
            <a:r>
              <a:t>  - Add functionality to delete PipePairs flagged for deletion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instructions (also on the course site):</a:t>
            </a:r>
          </a:p>
          <a:p>
            <a:r>
              <a:t>- Include collision detection between bird and pipes</a:t>
            </a:r>
          </a:p>
          <a:p>
            <a:r>
              <a:t>  - When a bird collides with a pipe, the game should pause</a:t>
            </a:r>
          </a:p>
          <a:p>
            <a:r>
              <a:t>    - Pause can be implemented as a simple boolean flag that is checked in Update</a:t>
            </a:r>
          </a:p>
          <a:p>
            <a:r>
              <a:t>  - The Game1 class should react to collisions, but the the actual AABB collision detection should be delegated to the Bird class (similar to last week!)</a:t>
            </a:r>
          </a:p>
          <a:p>
            <a:r>
              <a:t>  - Can you figure out a way to make collision detection more forgiving?</a:t>
            </a:r>
          </a:p>
          <a:p>
            <a:r>
              <a:t>- Add a similar collision check between the bird and ground &amp; ceiling of the game</a:t>
            </a:r>
          </a:p>
          <a:p>
            <a:r>
              <a:t>  - This check can simply be done in Game1 Update</a:t>
            </a:r>
          </a:p>
          <a:p>
            <a:r>
              <a:t>  - It simply compares the bird y position to other values, no AABB collision detection involved...</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instructions (also on the course site):</a:t>
            </a:r>
          </a:p>
          <a:p>
            <a:r>
              <a:t>- Create a new IState interface</a:t>
            </a:r>
          </a:p>
          <a:p>
            <a:r>
              <a:t>  - The interface must have four methods</a:t>
            </a:r>
          </a:p>
          <a:p>
            <a:r>
              <a:t>    - Enter()</a:t>
            </a:r>
          </a:p>
          <a:p>
            <a:r>
              <a:t>    - Exit()</a:t>
            </a:r>
          </a:p>
          <a:p>
            <a:r>
              <a:t>    - Update(GameTime gameTime)</a:t>
            </a:r>
          </a:p>
          <a:p>
            <a:r>
              <a:t>    - Draw(SpriteBatch spriteBatch)</a:t>
            </a:r>
          </a:p>
          <a:p>
            <a:r>
              <a:t>- Create two new states implementing the interface</a:t>
            </a:r>
          </a:p>
          <a:p>
            <a:r>
              <a:t>  - Title state</a:t>
            </a:r>
          </a:p>
          <a:p>
            <a:r>
              <a:t>    - The user sees a title and presses enter to start playing (i.e. transition to play state)</a:t>
            </a:r>
          </a:p>
          <a:p>
            <a:r>
              <a:t>    - The background should not be scrolling in this state! (repurpose the pause functionality to achieve this)</a:t>
            </a:r>
          </a:p>
          <a:p>
            <a:r>
              <a:t>  - Play state</a:t>
            </a:r>
          </a:p>
          <a:p>
            <a:r>
              <a:t>    - The main state where the game is played (notice how most of your Game1 gameplay code will be moved here)</a:t>
            </a:r>
          </a:p>
          <a:p>
            <a:r>
              <a:t>    - If the bird collides with anything, return to title state</a:t>
            </a:r>
          </a:p>
          <a:p>
            <a:r>
              <a:t>    - This state will need to reset important gameplay values in the Enter method (to ensure a clean state for every retry)</a:t>
            </a:r>
          </a:p>
          <a:p>
            <a:r>
              <a:t>- Create a state machine that controls the global state of the game</a:t>
            </a:r>
          </a:p>
          <a:p>
            <a:r>
              <a:t>  - You need to supply a reference of the Game1 instance to the StateMachine constructor, which in turn makes it available to each state through their constructors.</a:t>
            </a:r>
          </a:p>
          <a:p>
            <a:r>
              <a:t>  - Remember to initialize the state machine and call its Update and Draw methods from the Game1 class</a:t>
            </a:r>
          </a:p>
          <a:p>
            <a:r>
              <a:t>- Add the retro font to the game</a:t>
            </a:r>
          </a:p>
          <a:p>
            <a:r>
              <a:t>  - There is an overload method of DrawString() that lets you tweak the scale of the drawn text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79d334e7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79d334e7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instructions (also on the course site):</a:t>
            </a:r>
          </a:p>
          <a:p>
            <a:r>
              <a:t>- Introduce scoring to the game</a:t>
            </a:r>
          </a:p>
          <a:p>
            <a:r>
              <a:t>  - When the bird passes a pipe pair, the score should be incremented by one</a:t>
            </a:r>
          </a:p>
          <a:p>
            <a:r>
              <a:t>    - The score should be tracked in the play state</a:t>
            </a:r>
          </a:p>
          <a:p>
            <a:r>
              <a:t>    - Introduce a property on PipePair to keep track of if that pair has already been scored</a:t>
            </a:r>
          </a:p>
          <a:p>
            <a:r>
              <a:t>  - Display the score in the top left corner of the screen while in play state</a:t>
            </a:r>
          </a:p>
          <a:p>
            <a:r>
              <a:t>- Add a score state that displays the final score</a:t>
            </a:r>
          </a:p>
          <a:p>
            <a:r>
              <a:t>  - Display the score in big text in the center of the screen</a:t>
            </a:r>
          </a:p>
          <a:p>
            <a:r>
              <a:t>    - Consider - how do you get access to the score data from this state?</a:t>
            </a:r>
          </a:p>
          <a:p>
            <a:r>
              <a:t>  - Transition from play state to score state when the bird has collided with an obstacle</a:t>
            </a:r>
          </a:p>
          <a:p>
            <a:r>
              <a:t>  - Transition from score state to play state when space is pressed</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instructions (also on the course site):</a:t>
            </a:r>
          </a:p>
          <a:p>
            <a:r>
              <a:t>- Add a countdown state</a:t>
            </a:r>
          </a:p>
          <a:p>
            <a:r>
              <a:t>  - This state sits between title state and play state</a:t>
            </a:r>
          </a:p>
          <a:p>
            <a:r>
              <a:t>    - Title state should now transition to countdown state instead of play state</a:t>
            </a:r>
          </a:p>
          <a:p>
            <a:r>
              <a:t>    - Score state should now transition to countdown state instead of directly to play state</a:t>
            </a:r>
          </a:p>
          <a:p>
            <a:r>
              <a:t>  - Countdown state counts down from 3 to 0. When 0 is reached, it transitions to play state</a:t>
            </a:r>
          </a:p>
          <a:p>
            <a:r>
              <a:t>    - Display the countdown in the center of the screen</a:t>
            </a:r>
          </a:p>
          <a:p>
            <a:r>
              <a:t>    - You can reuse some of the timer logic from spawning pipes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instructions (also on the course site):</a:t>
            </a:r>
          </a:p>
          <a:p>
            <a:r>
              <a:t>- Add background music (i.e. a “Song”) to the game</a:t>
            </a:r>
          </a:p>
          <a:p>
            <a:r>
              <a:t>  - You can use this track</a:t>
            </a:r>
          </a:p>
          <a:p>
            <a:r>
              <a:t>  - You will need to use the static MediaPlayer.Play(Song song) method to play the song</a:t>
            </a:r>
          </a:p>
          <a:p>
            <a:r>
              <a:t>- Add sound effects to the game</a:t>
            </a:r>
          </a:p>
          <a:p>
            <a:r>
              <a:t>  - You must have three distinct sound effects:</a:t>
            </a:r>
          </a:p>
          <a:p>
            <a:r>
              <a:t>    - Flap</a:t>
            </a:r>
          </a:p>
          <a:p>
            <a:r>
              <a:t>    - Hurt (you can play this together with an Explosion sound for extra impact)</a:t>
            </a:r>
          </a:p>
          <a:p>
            <a:r>
              <a:t>    - Score</a:t>
            </a:r>
          </a:p>
          <a:p>
            <a:r>
              <a:t>- Organize the sounds in an Audio class, made a Singleton: Audio.Instance.PlayFlap()</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Simple example, but not thread safe</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let them answer in pairs for a minute, then take a few answers. These are the site’s Check yourself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8.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rive.google.com/file/d/1dF02vMh7jL8SJ4cJV73_jCqaSsAXv2YO/view?usp=drive_link" TargetMode="External"/><Relationship Id="rId4" Type="http://schemas.openxmlformats.org/officeDocument/2006/relationships/hyperlink" Target="https://drive.google.com/file/d/1oInwutcgVN0gPDiQOLmi3gsFjW5-BjE8/view?usp=drive_link" TargetMode="Externa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rive.google.com/file/d/1twwv4s9OW9u6HV0zb3UB_KtONCMTer0N/view?usp=drive_link" TargetMode="External"/><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5"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flappy.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github.com/Metamate/gar-games (folder 02-flappy)</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GMDCore.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GMDCore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Consuming the Class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512 × 288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last week?</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Background</a:t>
            </a:r>
            <a:endParaRPr>
              <a:solidFill>
                <a:schemeClr val="accent5"/>
              </a:solidFill>
            </a:endParaRPr>
          </a:p>
        </p:txBody>
      </p:sp>
      <p:sp>
        <p:nvSpPr>
          <p:cNvPr id="117" name="Google Shape;117;p2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draw the background and the ground.</a:t>
            </a:r>
            <a:endParaRPr/>
          </a:p>
        </p:txBody>
      </p:sp>
      <p:pic>
        <p:nvPicPr>
          <p:cNvPr id="118" name="Picture 117" descr="f2.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2: Parallax</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scroll them forever, the background slower than the ground.</a:t>
            </a:r>
            <a:endParaRPr/>
          </a:p>
          <a:p>
            <a:pPr indent="-330200" lvl="0" marL="457200" rtl="0" algn="l">
              <a:spcBef>
                <a:spcPts val="0"/>
              </a:spcBef>
              <a:spcAft>
                <a:spcPts val="0"/>
              </a:spcAft>
              <a:buSzPts val="1600"/>
              <a:buChar char="●"/>
            </a:pPr>
            <a:r>
              <a:rPr lang="en"/>
              <a:t>Looping points: background 413, ground 512. Try the % operator.</a:t>
            </a:r>
            <a:endParaRPr/>
          </a:p>
        </p:txBody>
      </p:sp>
      <p:pic>
        <p:nvPicPr>
          <p:cNvPr id="132" name="Picture 131" descr="f2.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Bird &amp; Assets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49" descr="f3.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Flap</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GMDCore.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6: Infinite Pipes</a:t>
            </a:r>
            <a:endParaRPr>
              <a:solidFill>
                <a:schemeClr val="accent5"/>
              </a:solidFill>
            </a:endParaRPr>
          </a:p>
        </p:txBody>
      </p:sp>
      <p:sp>
        <p:nvSpPr>
          <p:cNvPr id="167" name="Google Shape;167;p3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that spawn on a timer at random heights, and scroll left.</a:t>
            </a:r>
            <a:endParaRPr/>
          </a:p>
          <a:p>
            <a:pPr indent="-330200" lvl="0" marL="457200" rtl="0" algn="l">
              <a:spcBef>
                <a:spcPts val="0"/>
              </a:spcBef>
              <a:spcAft>
                <a:spcPts val="0"/>
              </a:spcAft>
              <a:buSzPts val="1600"/>
              <a:buChar char="●"/>
            </a:pPr>
            <a:r>
              <a:rPr lang="en"/>
              <a:t>A Pipe class, a spawn timer, and a list of pipes.</a:t>
            </a:r>
            <a:endParaRPr/>
          </a:p>
        </p:txBody>
      </p:sp>
      <p:pic>
        <p:nvPicPr>
          <p:cNvPr id="168" name="Picture 167" descr="f6.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4"/>
          <a:stretch>
            <a:fillRect/>
          </a:stretch>
        </p:blipFill>
        <p:spPr>
          <a:xfrm>
            <a:off x="1521325" y="332167"/>
            <a:ext cx="6101351" cy="447916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7: Pipe Pairs</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in pairs with a gap, the gap drifting smoothly up and down.</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8" descr="f7.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 same as last week!</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Collisions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0" descr="f8.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5" descr="f9.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10: Scoring</a:t>
            </a:r>
            <a:endParaRPr>
              <a:solidFill>
                <a:schemeClr val="accent5"/>
              </a:solidFill>
            </a:endParaRPr>
          </a:p>
        </p:txBody>
      </p:sp>
      <p:sp>
        <p:nvSpPr>
          <p:cNvPr id="231" name="Google Shape;231;p41"/>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point for every pipe pair passed, and a score state at the end.</a:t>
            </a:r>
            <a:endParaRPr/>
          </a:p>
          <a:p>
            <a:pPr indent="-330200" lvl="0" marL="457200" rtl="0" algn="l">
              <a:spcBef>
                <a:spcPts val="0"/>
              </a:spcBef>
              <a:spcAft>
                <a:spcPts val="0"/>
              </a:spcAft>
              <a:buSzPts val="1600"/>
              <a:buChar char="●"/>
            </a:pPr>
            <a:r>
              <a:rPr lang="en"/>
              <a:t>How does the score state get the score?</a:t>
            </a:r>
            <a:endParaRPr/>
          </a:p>
        </p:txBody>
      </p:sp>
      <p:pic>
        <p:nvPicPr>
          <p:cNvPr id="232" name="Picture 231" descr="f1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11: Countdown</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countdown from 3 between the title (or the score) and play.</a:t>
            </a:r>
            <a:endParaRPr/>
          </a:p>
        </p:txBody>
      </p:sp>
      <p:pic>
        <p:nvPicPr>
          <p:cNvPr id="238" name="Picture 237" descr="f11.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GMDCore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the gar-starter template on GitHub</a:t>
            </a:r>
            <a:endParaRPr/>
          </a:p>
          <a:p>
            <a:pPr indent="-317500" lvl="1" marL="914400" rtl="0" algn="l">
              <a:spcBef>
                <a:spcPts val="0"/>
              </a:spcBef>
              <a:spcAft>
                <a:spcPts val="0"/>
              </a:spcAft>
              <a:buSzPts val="1400"/>
              <a:buChar char="○"/>
            </a:pPr>
            <a:r>
              <a:rPr lang="en"/>
              <a:t>“Use this template”: an empty game with the content builder</a:t>
            </a:r>
            <a:endParaRPr/>
          </a:p>
          <a:p>
            <a:pPr indent="-330200" lvl="0" marL="457200" rtl="0" algn="l">
              <a:spcBef>
                <a:spcPts val="0"/>
              </a:spcBef>
              <a:spcAft>
                <a:spcPts val="0"/>
              </a:spcAft>
              <a:buSzPts val="1600"/>
              <a:buChar char="●"/>
            </a:pPr>
            <a:r>
              <a:rPr lang="en"/>
              <a:t>First milestone, by session 04</a:t>
            </a:r>
            <a:endParaRPr/>
          </a:p>
          <a:p>
            <a:pPr indent="-317500" lvl="1" marL="914400" rtl="0" algn="l">
              <a:spcBef>
                <a:spcPts val="0"/>
              </a:spcBef>
              <a:spcAft>
                <a:spcPts val="0"/>
              </a:spcAft>
              <a:buSzPts val="1400"/>
              <a:buChar char="○"/>
            </a:pPr>
            <a:r>
              <a:rPr lang="en"/>
              <a:t>Groups formed, game concept written, repository created and link uploaded to itslearning</a:t>
            </a:r>
            <a:endParaRP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