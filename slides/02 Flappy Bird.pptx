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create GMDCore with a Core class that derives from Game and owns the window and screen scaling.</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new game from the gar-starter template whose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in disguise. It hides dependencies, couples code together and makes testing and reasoning harder, and the "exactly one instance" guarantee is rarely needed.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