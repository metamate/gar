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then GMDCore with a Core class that derives from Game and owns the window and screen scaling.</a:t>
            </a:r>
          </a:p>
          <a:p>
            <a:r>
              <a:t>The site has the four dotnet commands; no MonoGame templates needed. Common snag: the classlib template turns on nullable warnings; they delete that line.</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in disguise. It hides dependencies, couples code together and makes testing and reasoning harder, and the "exactly one instance" guarantee is rarely needed.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the gar-starter template. First milestone by session 04: groups, a concept, a repository, the link on itslearning.</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