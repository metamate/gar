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structuring the code.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structuring the code as the game grows. We move shared code into a class library, and the game’s modes into a state machine.</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and timers keep running.</a:t>
            </a:r>
          </a:p>
          <a:p/>
          <a:p>
            <a:r>
              <a:t>Q: Why is Singleton considered an anti-pattern by many game programmers?</a:t>
            </a:r>
          </a:p>
          <a:p>
            <a:r>
              <a:t>A: It is global state. It hides dependencies, couples code together and makes testing and reasoning harder, and games rarely need the guarantee of a single instance.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6"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flappy-bird.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Structuring the code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Parallax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640 × 360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412, ground 512</a:t>
            </a:r>
            <a:endParaRPr/>
          </a:p>
        </p:txBody>
      </p:sp>
      <p:pic>
        <p:nvPicPr>
          <p:cNvPr id="132" name="Picture 132" descr="Flappy2.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50" descr="Flappy3.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3"/>
          <a:stretch>
            <a:fillRect/>
          </a:stretch>
        </p:blipFill>
        <p:spPr>
          <a:xfrm>
            <a:off x="1521325" y="332167"/>
            <a:ext cx="6101350"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9" descr="Flappy7.png"/>
          <p:cNvPicPr>
            <a:picLocks noChangeAspect="1"/>
          </p:cNvPicPr>
          <p:nvPr/>
        </p:nvPicPr>
        <p:blipFill>
          <a:blip r:embed="rId6"/>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80-pixel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1" descr="Flappy8.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6" descr="flappy9_title.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8" descr="Flappy11.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