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6"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Picture 118" descr="flappy1.png"/>
          <p:cNvPicPr>
            <a:picLocks noChangeAspect="1"/>
          </p:cNvPicPr>
          <p:nvPr/>
        </p:nvPicPr>
        <p:blipFill>
          <a:blip r:embed="rId6"/>
          <a:stretch>
            <a:fillRect/>
          </a:stretch>
        </p:blipFill>
        <p:spPr>
          <a:xfrm>
            <a:off x="2193389" y="1992955"/>
            <a:ext cx="4757226" cy="2675939"/>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 “MouseInfo” class the same way: IsLeftButtonDown, WasLeftButtonJustPressed, Position</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KeyboardInfo and a MouseInfo instance</a:t>
            </a:r>
            <a:endParaRPr/>
          </a:p>
          <a:p>
            <a:pPr indent="-304800" lvl="3" marL="1828800" rtl="0" algn="l">
              <a:spcBef>
                <a:spcPts val="0"/>
              </a:spcBef>
              <a:spcAft>
                <a:spcPts val="0"/>
              </a:spcAft>
              <a:buSzPts val="1200"/>
              <a:buChar char="●"/>
            </a:pPr>
            <a:r>
              <a:rPr lang="en"/>
              <a:t>An Update method that updates both</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on Space or a left click to counteract the gravity</a:t>
            </a:r>
            <a:endParaRPr/>
          </a:p>
          <a:p>
            <a:pPr indent="-317500" lvl="1" marL="914400" rtl="0" algn="l">
              <a:spcBef>
                <a:spcPts val="0"/>
              </a:spcBef>
              <a:spcAft>
                <a:spcPts val="0"/>
              </a:spcAft>
              <a:buSzPts val="1400"/>
              <a:buChar char="○"/>
            </a:pPr>
            <a:r>
              <a:rPr lang="en"/>
              <a:t>Remember, the 2D coordinate system has its origin in the top left…</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Organize the sounds in an Audio class, made a Singleton: Audio.Instance.PlayFlap()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