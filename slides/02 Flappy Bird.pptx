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GMDCore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in disguise. It hides dependencies, couples code together and makes testing and reasoning harder, and the "exactly one instance" guarantee is rarely needed.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the gar-starter template. First milestone by session 04: groups, a concept, a repository, the link on itslearning.</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