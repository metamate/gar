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305" r:id="rId22"/>
    <p:sldId id="293" r:id="rId43"/>
    <p:sldId id="294" r:id="rId44"/>
    <p:sldId id="295" r:id="rId54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39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2.xml"/><Relationship Id="rId55" Type="http://schemas.openxmlformats.org/officeDocument/2006/relationships/slide" Target="slides/slide44.xml"/><Relationship Id="rId56" Type="http://schemas.openxmlformats.org/officeDocument/2006/relationships/slide" Target="slides/slide16.xml"/><Relationship Id="rId57" Type="http://schemas.openxmlformats.org/officeDocument/2006/relationships/slide" Target="slides/slide43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So nothing in Core may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class on the left reaches the same Audio object through Audio.Instance.</a:t>
            </a:r>
          </a:p>
          <a:p>
            <a:r>
              <a:t>Ask: which of these classes depend on Audio, judging by their constructors? Answer: you cannot tell, and that is the cost.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Layers that scroll at different speeds look as if they are at different distances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States of the Game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Enter, and why not in the constructor?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use Audio? Do their constructors show it?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Instance, Reached From Anywhere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