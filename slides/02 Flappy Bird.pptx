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7" Type="http://schemas.openxmlformats.org/officeDocument/2006/relationships/slide" Target="slides/slide42.xml"/><Relationship Id="rId5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GMDCore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draw the background and the ground.</a:t>
            </a:r>
          </a:p>
          <a:p>
            <a:r>
              <a:t>Full instructions are on the course site; students work from there. Walk round while they 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scroll both layers forever, at different speeds.</a:t>
            </a:r>
          </a:p>
          <a:p>
            <a:r>
              <a:t>Hint: the looping points (413 and 512) and the % operator.</a:t>
            </a:r>
          </a:p>
          <a:p>
            <a:r>
              <a:t>Full instructions are on the course site; students work from there. Walk round while they work.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spawn pipes on a timer, scroll them left.</a:t>
            </a:r>
          </a:p>
          <a:p>
            <a:r>
              <a:t>Full instructions are on the course site; students work from there. Walk round while they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pairs with a gap that drifts smoothly; remove pairs that leave the screen.</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point per pipe pair, and a score state. Ask the question on the slide: the score state needs the score; pass it in when changing state.</a:t>
            </a:r>
          </a:p>
          <a:p>
            <a:r>
              <a:t>Full instructions are on the course site; students work from there. Walk round while they work.</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countdown state between the title (or score) and play.</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It hides dependencies, couples code together and makes testing and reasoning harder, and games rarely need the "exactly one instance" guarantee.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 not the whole game.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Drawing Images</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 Scrolling</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Spawning on a Timer</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A Drifting Gap</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Passing Data Between States</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A Countdown State</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