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7" Type="http://schemas.openxmlformats.org/officeDocument/2006/relationships/slide" Target="slides/slide42.xml"/><Relationship Id="rId5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02-flappy-bird)</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