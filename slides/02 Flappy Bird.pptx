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and timers keep running.</a:t>
            </a:r>
          </a:p>
          <a:p/>
          <a:p>
            <a:r>
              <a:t>Q: Why is Singleton considered an anti-pattern by many game programmers?</a:t>
            </a:r>
          </a:p>
          <a:p>
            <a:r>
              <a:t>A: It is global state. It hides dependencies, couples code together and makes testing and reasoning harder, and games rarely need the guarantee of a single instance.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412, ground 512</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