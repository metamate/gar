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physics library.</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using a physics library without letting it spread through the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For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as students built for the sounds; here Box2D keeps the queue and PhysicsWorld drains it after each step. The game subscribes with += as in Zelda.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bird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Using a physics library</a:t>
            </a:r>
            <a:endParaRPr/>
          </a:p>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 stacks that tip, bounce and break, we use Box2D.</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It speaks our language, in pixels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kept outside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