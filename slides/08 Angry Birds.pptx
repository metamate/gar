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23" r:id="rId31"/>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22" r:id="rId32"/>
    <p:sldId id="308" r:id="rId67"/>
    <p:sldId id="316" r:id="rId38"/>
    <p:sldId id="309" r:id="rId68"/>
    <p:sldId id="321" r:id="rId33"/>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1" Type="http://schemas.openxmlformats.org/officeDocument/2006/relationships/slide" Target="slides/slide35.xml"/><Relationship Id="rId32" Type="http://schemas.openxmlformats.org/officeDocument/2006/relationships/slide" Target="slides/slide34.xml"/><Relationship Id="rId33" Type="http://schemas.openxmlformats.org/officeDocument/2006/relationships/slide" Target="slides/slide33.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MemberwiseClone copies references. Sharing the sprite is fine; sharing a body would make two blocks one.</a:t>
            </a:r>
          </a:p>
          <a:p>
            <a:r>
              <a:t>So Clone clears the body, and Spawn makes a new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a:p>
            <a:r>
              <a:t>pixels, y down,</a:t>
            </a:r>
          </a:p>
          <a:p>
            <a:r>
              <a:t>metres, y up,</a:t>
            </a:r>
          </a:p>
          <a:p>
            <a:r>
              <a:t>counter-clockwise</a:t>
            </a:r>
          </a:p>
          <a:p>
            <a:r>
              <a:t>Forget one conversion. What do you see?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Hits only mark entities as destroyed. They are removed when the step and all its hits are done.</a:t>
            </a:r>
          </a:p>
          <a:p>
            <a:r>
              <a:t>Ask: what goes wrong if the handler destroys the body? Answer: a later hit may be about it, and a list may be mid-loop.</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Static: the ground. Kinematic: moves as you tell it, and pushes without being pushed. Dynamic: everything gravity and collisions move.</a:t>
            </a:r>
          </a:p>
          <a:p>
            <a:r>
              <a:t>The physics samples show each one.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explosive crate,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angry-bird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pic>
        <p:nvPicPr>
          <p:cNvPr id="295" name="Picture 294" descr="two-worlds.png"/>
          <p:cNvPicPr>
            <a:picLocks noChangeAspect="1"/>
          </p:cNvPicPr>
          <p:nvPr/>
        </p:nvPicPr>
        <p:blipFill>
          <a:blip r:embed="rId3"/>
          <a:stretch>
            <a:fillRect/>
          </a:stretch>
        </p:blipFill>
        <p:spPr>
          <a:xfrm>
            <a:off x="914400" y="1371600"/>
            <a:ext cx="7315200" cy="36576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An explosive crate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Shallow Copy</a:t>
            </a:r>
            <a:endParaRPr/>
          </a:p>
        </p:txBody>
      </p:sp>
      <p:pic>
        <p:nvPicPr>
          <p:cNvPr id="3" name="Picture 2" descr="shallow-copy.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Mark Now, Remove Later</a:t>
            </a:r>
            <a:endParaRPr/>
          </a:p>
        </p:txBody>
      </p:sp>
      <p:pic>
        <p:nvPicPr>
          <p:cNvPr id="3" name="Picture 2" descr="destroy-safely.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Three Kinds of Body</a:t>
            </a:r>
            <a:endParaRPr/>
          </a:p>
        </p:txBody>
      </p:sp>
      <p:pic>
        <p:nvPicPr>
          <p:cNvPr id="3" name="Picture 2" descr="body-types.png"/>
          <p:cNvPicPr>
            <a:picLocks noChangeAspect="1"/>
          </p:cNvPicPr>
          <p:nvPr/>
        </p:nvPicPr>
        <p:blipFill>
          <a:blip r:embed="rId2"/>
          <a:stretch>
            <a:fillRect/>
          </a:stretch>
        </p:blipFill>
        <p:spPr>
          <a:xfrm>
            <a:off x="320039" y="1051560"/>
            <a:ext cx="8503920" cy="330708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