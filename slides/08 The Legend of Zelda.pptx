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89" r:id="rId48"/>
    <p:sldId id="290" r:id="rId49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6" r:id="rId36"/>
    <p:sldId id="292" r:id="rId51"/>
    <p:sldId id="294" r:id="rId53"/>
    <p:sldId id="287" r:id="rId37"/>
    <p:sldId id="293" r:id="rId52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9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33.xml"/><Relationship Id="rId51" Type="http://schemas.openxmlformats.org/officeDocument/2006/relationships/slide" Target="slides/slide37.xml"/><Relationship Id="rId52" Type="http://schemas.openxmlformats.org/officeDocument/2006/relationships/slide" Target="slides/slide40.xml"/><Relationship Id="rId53" Type="http://schemas.openxmlformats.org/officeDocument/2006/relationships/slide" Target="slides/slide38.xml"/><Relationship Id="rId5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gar-games/08-zelda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09: the self-review, with an event map of your game.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08-zelda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and an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meaningful moments in your game: who fires them, who reacts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