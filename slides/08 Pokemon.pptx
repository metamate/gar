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79" r:id="rId38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VT323"/>
      <p:regular r:id="rId33"/>
    </p:embeddedFont>
    <p:embeddedFont>
      <p:font typeface="Roboto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font" Target="fonts/Roboto-regular.fntdata"/><Relationship Id="rId30" Type="http://schemas.openxmlformats.org/officeDocument/2006/relationships/font" Target="fonts/Roboto-bold.fntdata"/><Relationship Id="rId31" Type="http://schemas.openxmlformats.org/officeDocument/2006/relationships/font" Target="fonts/Roboto-italic.fntdata"/><Relationship Id="rId32" Type="http://schemas.openxmlformats.org/officeDocument/2006/relationships/font" Target="fonts/Roboto-boldItalic.fntdata"/><Relationship Id="rId33" Type="http://schemas.openxmlformats.org/officeDocument/2006/relationships/font" Target="fonts/VT323-regular.fntdata"/><Relationship Id="rId34" Type="http://schemas.openxmlformats.org/officeDocument/2006/relationships/font" Target="fonts/RobotoLight-regular.fntdata"/><Relationship Id="rId35" Type="http://schemas.openxmlformats.org/officeDocument/2006/relationships/font" Target="fonts/RobotoLight-bold.fntdata"/><Relationship Id="rId36" Type="http://schemas.openxmlformats.org/officeDocument/2006/relationships/font" Target="fonts/RobotoLight-italic.fntdata"/><Relationship Id="rId37" Type="http://schemas.openxmlformats.org/officeDocument/2006/relationships/font" Target="fonts/RobotoLight-boldItalic.fntdata"/><Relationship Id="rId38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20930e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d20930e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20930eb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20930eb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20930eb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20930eb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20930eb5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20930eb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5b18a32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5b18a32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5955992a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5955992a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955992a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5955992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5955992a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5955992a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5955992a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5955992a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Such system is often imported as an external library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 to create tweens inside callbacks — new ones are queued and start next frame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576b8b1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576b8b1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955992a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5955992a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5955992a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5955992a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5955992a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5955992a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5955992a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5955992a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955992a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955992a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5955992a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5955992a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5b18a32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5b18a32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5955992a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5955992a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XML -&gt; JSON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5955992a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5955992a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2690447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2690447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a singleton? This pattern lets you swap the real implementation for a fake one (useful for testing or if audio fails to load)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5955992a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5955992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955992a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5955992a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Metamate/gmd2-pokemon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hyperlink" Target="https://github.com/Metamate/gmd2-pokemo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hyperlink" Target="http://interfaceingame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08: Pokemon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Pokemon</a:t>
            </a:r>
            <a:endParaRPr/>
          </a:p>
        </p:txBody>
      </p:sp>
      <p:pic>
        <p:nvPicPr>
          <p:cNvPr id="46" name="Google Shape;4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550" y="902587"/>
            <a:ext cx="2199809" cy="198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1763" y="887664"/>
            <a:ext cx="2297362" cy="20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4550" y="887675"/>
            <a:ext cx="2952750" cy="1985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2200" y="3175299"/>
            <a:ext cx="3058224" cy="184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52613" y="3213247"/>
            <a:ext cx="3377225" cy="176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56" name="Google Shape;56;p11" title="poke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348" y="1093999"/>
            <a:ext cx="6367301" cy="356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State Stack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Tweening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GUIs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Turn-Based Systems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RPG Mechanics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Service Locator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 Source code for today’s game can be found here: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https://github.com/Metamate/gmd2-pokemon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Walkthrough in README.md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game is built up in steps: Pokemon0 → Pokemon4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step is a separate project that adds one concept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neighbouring steps to see exactly what changed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Pokemon4 is the finished game: explore it, and start the exercises from it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Pokemon0: the overworld, tile-based movement with tweens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Pokemon1: the state stack (title, fades and dialogue)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Pokemon2: battles (encounters, battle scene and menus; run only)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Pokemon3: turn-based combat and RPG mechanics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Pokemon4: audio through the service locator (the finished game)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Explore the Codebase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~10 minutes to browse the finished game, Pokemon4. Use the README as a guide if you need it.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Clone the repository and build and play the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 through a few encounters in order to level up your mon!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is the codebase split between the core library and the pokemon-specific project?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500" y="1357926"/>
            <a:ext cx="3606450" cy="242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400" y="534225"/>
            <a:ext cx="2464800" cy="40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Stack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Push/Pop states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the top state receives Update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Though this could be changed if we wanted it to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 states draw, bottom to top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States underneath stay visible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us to render multiple states at once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This lets us layer screens on top of each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Fade transitions — push a colour overlay on top, animate it, then pop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Dialogue boxes — message state sits on top of the battle scene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Battle phases — menu → turn → message, each pushes/pops independently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Example battle stack: PlayState → BattleState → BattleMenuState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Allows us to return back to states as they were when we left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Resuming from a battle where we left the field (PlayState)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State Stack Trace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Files: StateStack.cs, BattleState.cs, BattleMenuState.cs, FadeState.cs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battle just triggered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List every state on the stack (bottom to top) once BattleMenuState is showing.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state gets Update calls? Which states still Draw?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FadeState pushes on top, animates, then pops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would break if it swapped the current state instead of push/pop?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Design a PauseState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do you push/pop it?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Tweening System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Smoothly changes a value over time (e.g. move a sprite from X=0 to X=100)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Three ways to use it: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Tween — change a number from A to B over a set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After — wait N seconds, then run a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— repeat a method at a fixed interval (use .Limit to stop after N times)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Chaining: .Add() to animate multiple values at once, .Finish() to run code when done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Callbacks can also push/pop states or change game data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Accessed via Service Locator: Locator.Tweens</a:t>
            </a:r>
            <a:endParaRPr/>
          </a:p>
        </p:txBody>
      </p:sp>
      <p:pic>
        <p:nvPicPr>
          <p:cNvPr id="99" name="Google Shape;99;p18" title="ezgif-2687dbd41c83dbc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688" y="3141124"/>
            <a:ext cx="2556624" cy="19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</a:t>
            </a:r>
            <a:r>
              <a:rPr lang="en"/>
              <a:t>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for "graphical user interface"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widgets and elements include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Panel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White rectangle with a black border, used as a background for all UI boxes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ProgressBar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bar that fills based on current/max (used for HP and EXP)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Textbox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Wraps text inside a Panel, advances pages when player presses Confirm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Selection / Menu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list of options, each with a label and an action to run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Handles up/down navigation and cursor drawing — adding a new option is one line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And others.. (labels, scrollbars, etc..)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GUIs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948" y="866036"/>
            <a:ext cx="4214100" cy="341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3497100" y="4431700"/>
            <a:ext cx="21498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4"/>
              </a:rPr>
              <a:t>interfaceingame.com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Tile-Based Movement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Two sets of coordinates per entity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MapX/MapY (int) — which tile the entity is on (used for game logic)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X/Y (float) — the pixel position on screen (smoothly tweened between tiles)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EntityWalkState — handles one step between tiles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Snaps MapX/MapY to the new tile instantly, then tweens X/Y to catch up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PlayerWalkState — if a direction key is still held, starts another step; otherwise goes Idle</a:t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72" y="2719575"/>
            <a:ext cx="3145850" cy="21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Overworld &amp; Random Encounters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Level (Pokemon4/World/Level.cs)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TileMap layers: base terrain + tall grass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 terrain tile pattern is randomly generated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Random encounter check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Runs each time the player ends a step in tall grass tiles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random roll decides if a battle starts (probability set in GameSettings)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Transition to battle: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Stop field music → start battle music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Fade to white → push BattleState → fade back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done with push/pop on the state stack — no special-case code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Overworld Encounters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does a battle start?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out where in the code the game transitions from PlayState to BattleState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other states are involved in the StateStack at this moment?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battle ends?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662" y="2229700"/>
            <a:ext cx="4072677" cy="256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Battle System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BattleState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Draws the battle scene: two sprites, HP/EXP bars, bottom panel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Opening animation: both sprites slide in from opposite edges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BattleMenuState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Shows the Fight / Run menu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TakeTurnState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Runs one full battle round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Faster Pokemon (higher Speed) attacks first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Attack sequence: pause → lunge forward → hit sound → blink → HP bar drops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step is a tween that triggers the next one when it finishes — no if/else chain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Flow: Menu → TakeTurn → (both alive?) → back to Menu, or → fade out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RPG Mechanics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PokemonSpecies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Defines a species: name, base stats, growth rates, sprite paths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actual Pokemon in the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level, every stat rolls a 6-sided die 3 times — higher growth rate = more likely to gain a point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Damage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(Attack * move.BasePower / 10) - defender.Defense (minimum 1)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Experience: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Beating a Pokemon gives EXP based on its growth rates ×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LevelUp() returns how much each stat increased so the UI can show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Party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Holds your team of Mons; Party.Current is the one in battle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Monster Battles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is the flow of a single turn in battle?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From choosing an action to showing the result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are attacks and moves represented in the code?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is damage calculated?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does the game decide when a battle ends?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right after victory or defeat?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are core RPG stats handled for a monster?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HP, IV, level, attack, experience, etc..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causes a monster to gain experience and level 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are stat increases applied?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is a party of monsters modeled?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does the battle system use that party data?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Files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</a:t>
            </a:r>
            <a:r>
              <a:rPr lang="en"/>
              <a:t>ame data lives in JSON files, game logic lives in C#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</a:t>
            </a:r>
            <a:r>
              <a:rPr lang="en"/>
              <a:t>okemon_definitions.json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name, base stats, growth rates, sprite paths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Loaded into C# objects using System.Text.Json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</a:t>
            </a:r>
            <a:r>
              <a:rPr lang="en"/>
              <a:t>ntity_animations.json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Animation name, which spritesheet frames to play, timing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C# classes that receive this data use record types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classes that just hold data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Adding a new Pokemon means editing a JSON file, not rewriting C# code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Data-Driven Definitions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from Pokemon4, the finished game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Add a new species to pokemon_definitions.json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it a glass cannon (high attack, low defense). Run the game and fight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Add a "type" field (Fire/Water/Grass) to the JSON and PokemonSpecies.cs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Verify the data loads correctly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Mon attacks take defender type into account (super effective vs not very effective)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Save the player’s party and position to a JSON 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Load it on startup if it exists</a:t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0862" y="3291840"/>
            <a:ext cx="1737378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Locator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</a:t>
            </a:r>
            <a:r>
              <a:rPr lang="en"/>
              <a:t>any classes need shared services (audio, tweens, assets)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do they find them?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Solution: Locator.cs — a static class that holds references to shared services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class can call Locator.Audio.PlayHit() or Locator.Tweens.Tween(...)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Services are registered once at startup: Locator.Provide(audioInstance)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Null object: before the real service is registered, a "do-nothing" version stands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NullAudio implements IAudio with empty methods — no null checks needed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MonoGame has Game.Services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Just a generic dictionary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Services.AddService&lt;IAudio&gt;(audio) and Services.GetService&lt;IAudio&gt;()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… But not needed, as we roll our own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Some Missing Features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Detailed Level-Up Screen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Monster Catching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Field Menu For Browsing Pokemon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Item Inventory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Different Abilities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Other Trainers to Fight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Monster Evolution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Towns, Routes, and Other Levels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Breeding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Day/Night Cycle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Types (Fire/Water/Grass)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Project Status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885950"/>
            <a:ext cx="85206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Short status meeting with each group</a:t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763" y="1561775"/>
            <a:ext cx="5146476" cy="32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