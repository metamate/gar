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313" r:id="rId4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1.xml"/><Relationship Id="rId40" Type="http://schemas.openxmlformats.org/officeDocument/2006/relationships/slide" Target="slides/slide26.xml"/><Relationship Id="rId42" Type="http://schemas.openxmlformats.org/officeDocument/2006/relationships/slide" Target="slides/slide2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3.xml"/><Relationship Id="rId53" Type="http://schemas.openxmlformats.org/officeDocument/2006/relationships/slide" Target="slides/slide24.xml"/><Relationship Id="rId55" Type="http://schemas.openxmlformats.org/officeDocument/2006/relationships/slide" Target="slides/slide25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07-angry-birds)</a:t>
            </a:r>
          </a:p>
          <a:p>
            <a:r>
              <a:t>- The game is built up in steps: Birds0 → Birds4</a:t>
            </a:r>
          </a:p>
          <a:p>
            <a:r>
              <a:t>  - Each step is a separate project that adds one concept</a:t>
            </a:r>
          </a:p>
          <a:p>
            <a:r>
              <a:t>  - Compare neighbouring steps to see exactly what changed</a:t>
            </a:r>
          </a:p>
          <a:p>
            <a:r>
              <a:t>- Birds4 is the finished game, and the starting point for the exercises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Stacks that tip, bounce and break: more than Mario’s physics</a:t>
            </a:r>
          </a:p>
          <a:p>
            <a:r>
              <a:t>- Box2D: a 2D physics engine, used in many games</a:t>
            </a:r>
          </a:p>
          <a:p>
            <a:r>
              <a:t>  - Box2D.NET: a C# port, added as a NuGet package</a:t>
            </a:r>
          </a:p>
          <a:p>
            <a:r>
              <a:t>- A world of bodies</a:t>
            </a:r>
          </a:p>
          <a:p>
            <a:r>
              <a:t>  - Each body has shapes: boxes, circles, polygons</a:t>
            </a:r>
          </a:p>
          <a:p>
            <a:r>
              <a:t>  - Static bodies never move; dynamic bodies are moved by gravity and collisions</a:t>
            </a:r>
          </a:p>
          <a:p>
            <a:r>
              <a:t>- Step the world forward, then read where the bodies are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Box2D is tuned for objects of 0.1 to 10 metres</a:t>
            </a:r>
          </a:p>
          <a:p>
            <a:r>
              <a:t>  - A 50-pixel block would be a 50-metre block</a:t>
            </a:r>
          </a:p>
          <a:p>
            <a:r>
              <a:t>  - It would fall as slowly as a building</a:t>
            </a:r>
          </a:p>
          <a:p>
            <a:r>
              <a:t>- Simulate in metres, draw in pixels: 50 pixels per metre</a:t>
            </a:r>
          </a:p>
          <a:p>
            <a:r>
              <a:t>- Box2D turns counter-clockwise, SpriteBatch clockwise</a:t>
            </a:r>
          </a:p>
          <a:p>
            <a:r>
              <a:t>- Forget one conversion: a body in the wrong place, or falling up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Adapter: converts an interface into the one its users expect</a:t>
            </a:r>
          </a:p>
          <a:p>
            <a:r>
              <a:t>  - PhysicsBody wraps a Box2D body: pixels, clockwise, our types</a:t>
            </a:r>
          </a:p>
          <a:p>
            <a:r>
              <a:t>- Facade: one simple interface in front of a subsystem</a:t>
            </a:r>
          </a:p>
          <a:p>
            <a:r>
              <a:t>  - Box2D has hundreds of functions; the game needs a handful</a:t>
            </a:r>
          </a:p>
          <a:p>
            <a:r>
              <a:t>  - PhysicsWorld: create a box or a circle, step, destroy</a:t>
            </a:r>
          </a:p>
          <a:p>
            <a:r>
              <a:t>- The rest of the game never sees a Box2D type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A block exists twice: an entity, and a body</a:t>
            </a:r>
          </a:p>
          <a:p>
            <a:r>
              <a:t>- The physics world owns the position</a:t>
            </a:r>
          </a:p>
          <a:p>
            <a:r>
              <a:t>  - An entity reads its body’s position every time it’s drawn</a:t>
            </a:r>
          </a:p>
          <a:p>
            <a:r>
              <a:t>- And the body knows its owner</a:t>
            </a:r>
          </a:p>
          <a:p>
            <a:r>
              <a:t>  - So events about bodies lead back to entities</a:t>
            </a:r>
          </a:p>
          <a:p>
            <a:r>
              <a:t>- F1: what the physics world sees (awake green, asleep blue)</a:t>
            </a:r>
          </a:p>
          <a:p>
            <a:r>
              <a:t>- A fixed time step: Snake’s accumulator, again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Three levels, a few birds each</a:t>
            </a:r>
          </a:p>
          <a:p>
            <a:r>
              <a:t>- Game states: Aim → Fly → Aim or Level End</a:t>
            </a:r>
          </a:p>
          <a:p>
            <a:r>
              <a:t>- Fly waits until the world has settled</a:t>
            </a:r>
          </a:p>
          <a:p>
            <a:r>
              <a:t>  - The facade answers it in one line: IsSettled</a:t>
            </a:r>
          </a:p>
          <a:p>
            <a:r>
              <a:t>- The aiming curve doesn’t use the physics world</a:t>
            </a:r>
          </a:p>
          <a:p>
            <a:r>
              <a:t>  - start + velocity × t + gravity × t² / 2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7-angry-bird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Angry Birds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birds-f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Physics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Adapter &amp; Facade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Worlds: Metres and Pixels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Contact Events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Destroying Safely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07-angry-birds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(Birds0 to Birds4),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 Physics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Stacks that tip, bounce and break: we use Box2D, not our own physics.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 world of bodies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static: never move (the ground)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dynamic: gravity and collisions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Bodies have shapes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boxes, circles, polygons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 friction and density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1005840" y="2834640"/>
            <a:ext cx="2103120" cy="5943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Step the world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3127248" y="313182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3383279" y="2834640"/>
            <a:ext cx="2103120" cy="5943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 the positions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5504688" y="31318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5760719" y="2834640"/>
            <a:ext cx="2103120" cy="5943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Draw the sprites there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Box2D, Used Directly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foreign API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C-style functions, structs passed with in, IDs instead of objects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Another world’s units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Metres, and y pointing up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Divide, multiply and flip y everywhere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All through Game1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B2BodyDef bodyDef = b2DefaultBodyDef();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bodyDef.type = B2BodyType.b2_dynamicBody;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bodyDef.position = new B2Vec2(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x / PixelsPerMeter, -y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B2BodyId body = b2CreateBody(_world, in bodyDef);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B2Polygon box = b2MakeBox(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width / 2 /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height / 2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B2ShapeDef shapeDef = b2DefaultShapeDef();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shapeDef.material.friction = 0.6f;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b2CreatePolygonShape(body, in shapeDef, in box);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And every frame, for every body: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B2Vec2 p = b2Body_GetPosition(body);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pixels = new(p.X *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    -p.Y *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Why Metres?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50-pixel block, taken as metres, is a 50-metre building: it falls in slow motion.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6304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Our game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pixels, y down,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clockwise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5852160" y="146304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Box2D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metres, y up,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counter-clockwise</a:t>
            </a:r>
          </a:p>
        </p:txBody>
      </p:sp>
      <p:cxnSp>
        <p:nvCxnSpPr>
          <p:cNvPr id="297" name="Connector 296"/>
          <p:cNvCxnSpPr/>
          <p:nvPr/>
        </p:nvCxnSpPr>
        <p:spPr>
          <a:xfrm>
            <a:off x="3337560" y="1783080"/>
            <a:ext cx="246888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TextBox 297"/>
          <p:cNvSpPr txBox="1"/>
          <p:nvPr/>
        </p:nvSpPr>
        <p:spPr>
          <a:xfrm>
            <a:off x="3154679" y="1490472"/>
            <a:ext cx="2834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÷ 50, flip y</a:t>
            </a:r>
          </a:p>
        </p:txBody>
      </p:sp>
      <p:cxnSp>
        <p:nvCxnSpPr>
          <p:cNvPr id="299" name="Connector 298"/>
          <p:cNvCxnSpPr/>
          <p:nvPr/>
        </p:nvCxnSpPr>
        <p:spPr>
          <a:xfrm flipH="1">
            <a:off x="3337560" y="2103120"/>
            <a:ext cx="246888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TextBox 299"/>
          <p:cNvSpPr txBox="1"/>
          <p:nvPr/>
        </p:nvSpPr>
        <p:spPr>
          <a:xfrm>
            <a:off x="3337560" y="21488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× 50, flip y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57200" y="28346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Forget one conversion. What do you see?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Box2D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Birds0: Box2D, used directly in Game1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Adapter &amp; Facade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Box2D in one place: the rest of the game never sees a Box2D type.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game: blocks, pigs, birds, levels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548640" y="2148840"/>
            <a:ext cx="388620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PhysicsWorld: a Facade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handful of calls: create, step, destroy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709160" y="2148840"/>
            <a:ext cx="388620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PhysicsBody: an Adapter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body in pixels, turning like SpriteBatch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548640" y="32004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Box2D: hundreds of functions, metres, structs and IDs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Swap Box2D for another library. Which files change?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Adapter: PhysicsBody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Wraps a B2BodyId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Position in pixels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Rotation that turns like SpriteBatch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Owner: the entity it belongs to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Units: every conversion, in one place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sealed class PhysicsBody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internal B2BodyId Id { get;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object Owner { get;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Units.ToPixels(b2Body_GetPosition(Id));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float Rotation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get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B2Rot r = b2Body_GetRotation(Id);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return -b2Rot_GetAngle(in 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Facade: PhysicsWorld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reads like our game again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Gains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One place to change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Our language: pixels, not metres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smaller surface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every new feature goes through the facade first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Units.cs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B2Vec2 ToMeters(Vector2 pixels)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new(pixels.X /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-pixels.Y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Block.cs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Block(PhysicsWorld world, Vector2 center,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Vector2 size, float rotation,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PhysicsMaterial material, TextureRegion sprite)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: base(sprite)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Body = world.CreateBox(center, size,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rotation, material, 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Two Worlds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block exists twice. The physics world owns where it is.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Entity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sprite, health, damage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5303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PhysicsBody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position, rotation, velocity</a:t>
            </a:r>
          </a:p>
        </p:txBody>
      </p:sp>
      <p:cxnSp>
        <p:nvCxnSpPr>
          <p:cNvPr id="297" name="Connector 296"/>
          <p:cNvCxnSpPr/>
          <p:nvPr/>
        </p:nvCxnSpPr>
        <p:spPr>
          <a:xfrm flipH="1">
            <a:off x="3886200" y="1783080"/>
            <a:ext cx="13716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TextBox 297"/>
          <p:cNvSpPr txBox="1"/>
          <p:nvPr/>
        </p:nvSpPr>
        <p:spPr>
          <a:xfrm>
            <a:off x="3703320" y="1490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position, every draw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886200" y="2194560"/>
            <a:ext cx="137160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TextBox 299"/>
          <p:cNvSpPr txBox="1"/>
          <p:nvPr/>
        </p:nvSpPr>
        <p:spPr>
          <a:xfrm>
            <a:off x="3886200" y="2240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Owner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body knows its owner, so a hit between two bodies leads back to two entities.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F1 shows what the physics world sees. A fixed time step: Snake’s accumulator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Adapter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Birds0 → Birds1: Box2D behind PhysicsWorld and PhysicsBody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Contact Events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Box2D collects hit events during the step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Read after the step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facade turns them into a C# event, in our terms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Bodies, and a speed in pixels per second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damages both entities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Glass breaks easily, stone hardly at all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event Action&lt;PhysicsBody, PhysicsBody,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float&gt; Hit;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B2ContactEvents events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b2World_GetContactEvents(_world);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events.hitCount;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B2ContactHitEvent hit = events.hitEvents[i];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(!b2Shape_IsValid(hit.shapeIdA)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!b2Shape_IsValid(hit.shapeIdB))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continue;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Hit?.Invoke(BodyOf(hit.shapeIdA),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BodyOf(hit.shapeIdB),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Units.ToPixels(hit.approachSpeed));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Destroying Safely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Not in the hit handler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More hits may be about the body you destroyed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Many libraries crash if the world changes during a callback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You may be looping over the list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Mark now, remove at a safe point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Loop backwards when removing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 OnHit(PhysicsBody a, PhysicsBody b,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speed)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(a.Owner as Entity)?.TakeDamage(speed / 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(b.Owner as Entity)?.TakeDamage(speed / 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_physics.Update(deltaSeconds);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RemoveDestroyed();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_entities.Count - 1; i &gt;= 0; i--)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(!_entities[i].IsDestroyed) continue;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_physics.Destroy(_entities[i].Body);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_entities.RemoveAt(i);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Events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Birds2: hits that damage, removed after the step</a:t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Prototype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“Create new objects by copying a prototype”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configured entity, not in the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Copy it, and give the copy a body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Prefabs: one prototype per kind, by name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big pig: a Pig with a bigger radius, not a subclass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Clone()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copy = (Entity)MemberwiseClone();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copy.Body =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copy;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Prefabs.cs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Add("wood-post", new Block(Materials.Wood,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post, 8, 500, atlas.GetRegion("wood-post")));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Add("big-pig", new Pig(30, 6, 5000,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atlas.GetRegion("big-pig")));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entity = _prototypes[name].Clone();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entity.Spawn(world, position, rotation);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Levels From Prefabs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level: prefab names and positions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Levels as data, as in Sokoban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MemberwiseClone: a shallow copy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Sharing a sprite: fine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Sharing a body: two blocks move as 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Prototype vs. Type Object: in Plants vs.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level1.txt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birds 3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wood-post    880 590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wood-post   1040 590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wood-plank   960 530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pig          960 618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glass-box    960 495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pig          960 448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Birds3: prefabs, and levels as text files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levels, a few birds each. Fly waits until the world has settled.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46304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Aim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331012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3566160" y="146304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Fly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4132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5669279" y="146304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Aim again, or Level 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914400" y="2468880"/>
            <a:ext cx="7315200" cy="6858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9AA3AB"/>
                </a:solidFill>
                <a:latin typeface="Consolas"/>
              </a:rPr>
              <a:t>// the aiming curve: no physics world needed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position = start + velocity * t + gravity * t * t /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Angry Birds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Birds4: the whole game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Birds4,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level, and a new prefab: how much code changed?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heavy bird, twice the size, as a prefab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birds per level: birds red red heavy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TNT box that pushes everything nearby away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must the facade offer? Keep Box2D inside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Unit test Units: to metres and back, and y flips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Swap the library: which files would change?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Try it with Aether.Physics2D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libraries does your game use? Would your code notice a swap?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exist twice? Which copy owns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remove objects while looping over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kinds of things could be prototypes, or data?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Using a library? Where does it leak into your code?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an Adapter and a Facade?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convert between metres and pixels at all?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not destroy a body inside the hit handler?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shallow copy share with the original, and why does it matter?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