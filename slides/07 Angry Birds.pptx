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97" r:id="rId56"/>
    <p:sldId id="298" r:id="rId57"/>
    <p:sldId id="299" r:id="rId58"/>
    <p:sldId id="300" r:id="rId59"/>
    <p:sldId id="301" r:id="rId60"/>
    <p:sldId id="302" r:id="rId61"/>
    <p:sldId id="303" r:id="rId62"/>
    <p:sldId id="304" r:id="rId63"/>
    <p:sldId id="305" r:id="rId64"/>
    <p:sldId id="306" r:id="rId65"/>
    <p:sldId id="307" r:id="rId66"/>
    <p:sldId id="308" r:id="rId67"/>
    <p:sldId id="309" r:id="rId68"/>
    <p:sldId id="310" r:id="rId69"/>
    <p:sldId id="311" r:id="rId70"/>
    <p:sldId id="312" r:id="rId71"/>
    <p:sldId id="280" r:id="rId30"/>
    <p:sldId id="292" r:id="rId42"/>
    <p:sldId id="293" r:id="rId52"/>
    <p:sldId id="313" r:id="rId40"/>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30" Type="http://schemas.openxmlformats.org/officeDocument/2006/relationships/slide" Target="slides/slide21.xml"/><Relationship Id="rId40" Type="http://schemas.openxmlformats.org/officeDocument/2006/relationships/slide" Target="slides/slide24.xml"/><Relationship Id="rId42" Type="http://schemas.openxmlformats.org/officeDocument/2006/relationships/slide" Target="slides/slide22.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3.xml"/><Relationship Id="rId53"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milestone by session 09: the self-review. If you use a library, where does it leak into your code?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Angry Birds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birds-flight.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event map</a:t>
            </a:r>
            <a:endParaRPr/>
          </a:p>
          <a:p>
            <a:pPr indent="-317500" lvl="1" marL="914400" rtl="0" algn="l">
              <a:spcBef>
                <a:spcPts val="0"/>
              </a:spcBef>
              <a:spcAft>
                <a:spcPts val="0"/>
              </a:spcAft>
              <a:buSzPts val="1400"/>
              <a:buChar char="○"/>
            </a:pPr>
            <a:r>
              <a:rPr lang="en"/>
              <a:t>At least one refactoring</a:t>
            </a:r>
            <a:endParaRPr/>
          </a:p>
          <a:p>
            <a:pPr indent="-330200" lvl="0" marL="457200" rtl="0" algn="l">
              <a:spcBef>
                <a:spcPts val="0"/>
              </a:spcBef>
              <a:spcAft>
                <a:spcPts val="0"/>
              </a:spcAft>
              <a:buSzPts val="1600"/>
              <a:buChar char="●"/>
            </a:pPr>
            <a:r>
              <a:rPr lang="en"/>
              <a:t>Using a library? Where does it leak into your code?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