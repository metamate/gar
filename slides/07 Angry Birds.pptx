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2.xml"/><Relationship Id="rId40" Type="http://schemas.openxmlformats.org/officeDocument/2006/relationships/slide" Target="slides/slide25.xml"/><Relationship Id="rId41" Type="http://schemas.openxmlformats.org/officeDocument/2006/relationships/slide" Target="slides/slide2.xml"/><Relationship Id="rId42" Type="http://schemas.openxmlformats.org/officeDocument/2006/relationships/slide" Target="slides/slide23.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4.xml"/><Relationship Id="rId53" Type="http://schemas.openxmlformats.org/officeDocument/2006/relationships/slide" Target="slides/slide26.xml"/><Relationship Id="rId55" Type="http://schemas.openxmlformats.org/officeDocument/2006/relationships/slide" Target="slides/slide27.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4.xml"/><Relationship Id="rId65" Type="http://schemas.openxmlformats.org/officeDocument/2006/relationships/slide" Target="slides/slide15.xml"/><Relationship Id="rId66" Type="http://schemas.openxmlformats.org/officeDocument/2006/relationships/slide" Target="slides/slide16.xml"/><Relationship Id="rId67" Type="http://schemas.openxmlformats.org/officeDocument/2006/relationships/slide" Target="slides/slide17.xml"/><Relationship Id="rId68" Type="http://schemas.openxmlformats.org/officeDocument/2006/relationships/slide" Target="slides/slide18.xml"/><Relationship Id="rId69" Type="http://schemas.openxmlformats.org/officeDocument/2006/relationships/slide" Target="slides/slide19.xml"/><Relationship Id="rId70" Type="http://schemas.openxmlformats.org/officeDocument/2006/relationships/slide" Target="slides/slide20.xml"/><Relationship Id="rId7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birds-flight.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