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6.xml"/><Relationship Id="rId36" Type="http://schemas.openxmlformats.org/officeDocument/2006/relationships/slide" Target="slides/slide10.xml"/><Relationship Id="rId37" Type="http://schemas.openxmlformats.org/officeDocument/2006/relationships/slide" Target="slides/slide16.xml"/><Relationship Id="rId38" Type="http://schemas.openxmlformats.org/officeDocument/2006/relationships/slide" Target="slides/slide20.xml"/><Relationship Id="rId39" Type="http://schemas.openxmlformats.org/officeDocument/2006/relationships/slide" Target="slides/slide24.xml"/><Relationship Id="rId40" Type="http://schemas.openxmlformats.org/officeDocument/2006/relationships/slide" Target="slides/slide29.xml"/><Relationship Id="rId41" Type="http://schemas.openxmlformats.org/officeDocument/2006/relationships/slide" Target="slides/slide2.xml"/><Relationship Id="rId42" Type="http://schemas.openxmlformats.org/officeDocument/2006/relationships/slide" Target="slides/slide27.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8.xml"/><Relationship Id="rId53"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1.xml"/><Relationship Id="rId61" Type="http://schemas.openxmlformats.org/officeDocument/2006/relationships/slide" Target="slides/slide12.xml"/><Relationship Id="rId62" Type="http://schemas.openxmlformats.org/officeDocument/2006/relationships/slide" Target="slides/slide13.xml"/><Relationship Id="rId63" Type="http://schemas.openxmlformats.org/officeDocument/2006/relationships/slide" Target="slides/slide14.xml"/><Relationship Id="rId64" Type="http://schemas.openxmlformats.org/officeDocument/2006/relationships/slide" Target="slides/slide15.xml"/><Relationship Id="rId65" Type="http://schemas.openxmlformats.org/officeDocument/2006/relationships/slide" Target="slides/slide17.xml"/><Relationship Id="rId66" Type="http://schemas.openxmlformats.org/officeDocument/2006/relationships/slide" Target="slides/slide18.xml"/><Relationship Id="rId67" Type="http://schemas.openxmlformats.org/officeDocument/2006/relationships/slide" Target="slides/slide19.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