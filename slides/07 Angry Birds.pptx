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 id="296" r:id="rId55"/>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library behind your own interface.</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using a third-party library without letting it spread through your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Next milestone by session 09: the self-review. If you use a library, where does it leak into your code?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 not a subclass.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 not the whole game.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a:t>
            </a:r>
          </a:p>
          <a:p>
            <a:r>
              <a:t>Mention: the samples use the game’s facade, which got BodyType so they could make a kinematic platform.</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github.com/Metamate/gmd2-snake"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bird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Stacks that tip, bounce and break: we use Box2D, not our own physics.</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a:t>
            </a:r>
            <a:endParaRPr/>
          </a:p>
          <a:p>
            <a:pPr indent="-330200" lvl="0" marL="457200" rtl="0" algn="l">
              <a:spcBef>
                <a:spcPts val="0"/>
              </a:spcBef>
              <a:spcAft>
                <a:spcPts val="0"/>
              </a:spcAft>
              <a:buSzPts val="1600"/>
              <a:buChar char="●"/>
            </a:pPr>
            <a:r>
              <a:rPr lang="en"/>
              <a:t>Keys 1 to 5;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Our language: pixels, not metres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not in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 not a subclass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Next milestone, by session 09: self-review</a:t>
            </a:r>
            <a:endParaRPr/>
          </a:p>
          <a:p>
            <a:pPr indent="-317500" lvl="1" marL="914400" rtl="0" algn="l">
              <a:spcBef>
                <a:spcPts val="0"/>
              </a:spcBef>
              <a:spcAft>
                <a:spcPts val="0"/>
              </a:spcAft>
              <a:buSzPts val="1400"/>
              <a:buChar char="○"/>
            </a:pPr>
            <a:r>
              <a:rPr lang="en"/>
              <a:t>Updated class diagram, list of patterns, event map</a:t>
            </a:r>
            <a:endParaRPr/>
          </a:p>
          <a:p>
            <a:pPr indent="-317500" lvl="1" marL="914400" rtl="0" algn="l">
              <a:spcBef>
                <a:spcPts val="0"/>
              </a:spcBef>
              <a:spcAft>
                <a:spcPts val="0"/>
              </a:spcAft>
              <a:buSzPts val="1400"/>
              <a:buChar char="○"/>
            </a:pPr>
            <a:r>
              <a:rPr lang="en"/>
              <a:t>At least one refactoring</a:t>
            </a:r>
            <a:endParaRPr/>
          </a:p>
          <a:p>
            <a:pPr indent="-330200" lvl="0" marL="457200" rtl="0" algn="l">
              <a:spcBef>
                <a:spcPts val="0"/>
              </a:spcBef>
              <a:spcAft>
                <a:spcPts val="0"/>
              </a:spcAft>
              <a:buSzPts val="1600"/>
              <a:buChar char="●"/>
            </a:pPr>
            <a:r>
              <a:rPr lang="en"/>
              <a:t>Using a library? Where does it leak into your code?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