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debug drawing, a camera, level makers, and the State pattern for the player.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 per state; adding a state doesn’t touch the others. Hierarchical and stack-based state machines exist too; Pokemon uses a stack.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Platformer5.</a:t>
            </a:r>
          </a:p>
          <a:p>
            <a:r>
              <a:t>- a title state and a play state, as in Flappy Bird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of their own. The key and lock with the goal flag is the most interesting part.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corner. Why? You can’t see a hitbox.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Varied ground heights, pillars and pits; 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More enemy types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 at the end, behind a key and a lock of the same colour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Longer and harder levels, one after another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