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7" r:id="rId56"/>
    <p:sldId id="257" r:id="rId7"/>
    <p:sldId id="258" r:id="rId8"/>
    <p:sldId id="259" r:id="rId9"/>
    <p:sldId id="260" r:id="rId10"/>
    <p:sldId id="261" r:id="rId11"/>
    <p:sldId id="262" r:id="rId12"/>
    <p:sldId id="263" r:id="rId13"/>
    <p:sldId id="304" r:id="rId63"/>
    <p:sldId id="264" r:id="rId14"/>
    <p:sldId id="265" r:id="rId15"/>
    <p:sldId id="266" r:id="rId16"/>
    <p:sldId id="267" r:id="rId17"/>
    <p:sldId id="303" r:id="rId62"/>
    <p:sldId id="268" r:id="rId18"/>
    <p:sldId id="269" r:id="rId19"/>
    <p:sldId id="270" r:id="rId20"/>
    <p:sldId id="271" r:id="rId21"/>
    <p:sldId id="302" r:id="rId61"/>
    <p:sldId id="272" r:id="rId22"/>
    <p:sldId id="273" r:id="rId23"/>
    <p:sldId id="274" r:id="rId24"/>
    <p:sldId id="301" r:id="rId60"/>
    <p:sldId id="275" r:id="rId25"/>
    <p:sldId id="276" r:id="rId26"/>
    <p:sldId id="300" r:id="rId59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99" r:id="rId58"/>
    <p:sldId id="287" r:id="rId37"/>
    <p:sldId id="288" r:id="rId38"/>
    <p:sldId id="289" r:id="rId39"/>
    <p:sldId id="290" r:id="rId40"/>
    <p:sldId id="291" r:id="rId41"/>
    <p:sldId id="298" r:id="rId57"/>
    <p:sldId id="296" r:id="rId55"/>
    <p:sldId id="294" r:id="rId53"/>
    <p:sldId id="295" r:id="rId54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2.xml"/><Relationship Id="rId32" Type="http://schemas.openxmlformats.org/officeDocument/2006/relationships/slide" Target="slides/slide33.xml"/><Relationship Id="rId33" Type="http://schemas.openxmlformats.org/officeDocument/2006/relationships/slide" Target="slides/slide34.xml"/><Relationship Id="rId34" Type="http://schemas.openxmlformats.org/officeDocument/2006/relationships/slide" Target="slides/slide35.xml"/><Relationship Id="rId35" Type="http://schemas.openxmlformats.org/officeDocument/2006/relationships/slide" Target="slides/slide36.xml"/><Relationship Id="rId36" Type="http://schemas.openxmlformats.org/officeDocument/2006/relationships/slide" Target="slides/slide39.xml"/><Relationship Id="rId37" Type="http://schemas.openxmlformats.org/officeDocument/2006/relationships/slide" Target="slides/slide41.xml"/><Relationship Id="rId38" Type="http://schemas.openxmlformats.org/officeDocument/2006/relationships/slide" Target="slides/slide42.xml"/><Relationship Id="rId39" Type="http://schemas.openxmlformats.org/officeDocument/2006/relationships/slide" Target="slides/slide43.xml"/><Relationship Id="rId40" Type="http://schemas.openxmlformats.org/officeDocument/2006/relationships/slide" Target="slides/slide44.xml"/><Relationship Id="rId41" Type="http://schemas.openxmlformats.org/officeDocument/2006/relationships/slide" Target="slides/slide45.xml"/><Relationship Id="rId42" Type="http://schemas.openxmlformats.org/officeDocument/2006/relationships/slide" Target="slides/slide38.xml"/><Relationship Id="rId43" Type="http://schemas.openxmlformats.org/officeDocument/2006/relationships/slide" Target="slides/slide37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47.xml"/><Relationship Id="rId56" Type="http://schemas.openxmlformats.org/officeDocument/2006/relationships/slide" Target="slides/slide2.xml"/><Relationship Id="rId57" Type="http://schemas.openxmlformats.org/officeDocument/2006/relationships/slide" Target="slides/slide46.xml"/><Relationship Id="rId58" Type="http://schemas.openxmlformats.org/officeDocument/2006/relationships/slide" Target="slides/slide40.xml"/><Relationship Id="rId59" Type="http://schemas.openxmlformats.org/officeDocument/2006/relationships/slide" Target="slides/slide27.xml"/><Relationship Id="rId60" Type="http://schemas.openxmlformats.org/officeDocument/2006/relationships/slide" Target="slides/slide24.xml"/><Relationship Id="rId61" Type="http://schemas.openxmlformats.org/officeDocument/2006/relationships/slide" Target="slides/slide20.xml"/><Relationship Id="rId62" Type="http://schemas.openxmlformats.org/officeDocument/2006/relationships/slide" Target="slides/slide15.xml"/><Relationship Id="rId63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Platformer8,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Platformer8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debug drawing, a camera, level makers, and the State pattern for the player.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gar-games/06-platformer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Platformer0 and Platformer1 side by side (a diff tool, or two editor panes), then run Platformer1.</a:t>
            </a:r>
          </a:p>
          <a:p>
            <a:r>
              <a:t>- LevelMakerBase and the five makers</a:t>
            </a:r>
          </a:p>
          <a:p>
            <a:r>
              <a:t>- keys 1 to 5 switch the maker in Platformer1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 per state; adding a state doesn’t touch the others. Hierarchical and stack-based state machines exist too; Pokemon uses a stack.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Platformer2 and Platformer3 side by side (a diff tool, or two editor panes), then run Platformer3.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Platformer5.</a:t>
            </a:r>
          </a:p>
          <a:p>
            <a:r>
              <a:t>- a title state and a play state, as in Flappy Bird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snail’s AI is the same pattern: idle, walk, and chase when the player comes close.</a:t>
            </a:r>
          </a:p>
          <a:p>
            <a:r>
              <a:t>Ask the question: the player and the snail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Platformer6 and Platformer7 side by side (a diff tool, or two editor panes), then run Platformer7.</a:t>
            </a:r>
          </a:p>
          <a:p>
            <a:r>
              <a:t>- SnailStates/</a:t>
            </a:r>
          </a:p>
          <a:p>
            <a:r>
              <a:t>- AnimatedSprite.Play swaps animations</a:t>
            </a:r>
          </a:p>
          <a:p>
            <a:r>
              <a:t>- the collision code duplicated between snail and player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Platformer3 and Platformer4 side by side (a diff tool, or two editor panes), then run Platformer4.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built from hand-made chunks, and a moving platform.</a:t>
            </a:r>
          </a:p>
          <a:p>
            <a:r>
              <a:t>The chunks mix both earlier approaches: designed by hand, combined by code. Spelunky works this way.</a:t>
            </a:r>
          </a:p>
          <a:p>
            <a:r>
              <a:t>Ask about the platform. Answer: there is no single right place; a common one is the player remembering what it stands on, and moving with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playable core loop and a class diagram. Next, by session 09: the self-review.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Super Mario Bros.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extend the debug drawing. The probe is IsOnGround in PlayerStateBase.</a:t>
            </a:r>
          </a:p>
          <a:p>
            <a:r>
              <a:t>Ask afterwards: how long does coyote time last on screen? About six frames (0.1 s).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Both constants are in Player. Without the inset, the player is as wide as a tile and walks over one-tile pits. Half a second of coyote time feels like jumping in mid-air.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parallaxFactor in DrawBackground. 0: the background never moves, like a painted sky. 1: it moves with the level, and the depth is gone.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ChaseDistance in SnailStateBase, ChaseSpeed in SnailChaseState.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JumpImpulse in PlayerJumpState, MoveSpeed in PlayerStateBase.</a:t>
            </a:r>
          </a:p>
          <a:p>
            <a:r>
              <a:t>For the double jump, take a few answers: a count in the jump and fall states is enough; a flag on Player is what the State pattern tries to avoid.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pitChance in PitLevelMaker. Only that maker changes; the game still just asks a maker for a level.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Platformer0. GenerateLevel fills the bottom rows with solid tiles.</a:t>
            </a:r>
          </a:p>
          <a:p>
            <a:r>
              <a:t>A gap: skip two columns in the loop. Higher ground: a larger GroundHeight for some columns.</a:t>
            </a:r>
          </a:p>
          <a:p>
            <a:r>
              <a:t>Ask about R. Answer: only the graphics change; the shape is code, so the gap stays.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5" Type="http://schemas.openxmlformats.org/officeDocument/2006/relationships/image" Target="../media/image28.png"/><Relationship Id="rId6" Type="http://schemas.openxmlformats.org/officeDocument/2006/relationships/image" Target="../media/image3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3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15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 Mario Bros.</a:t>
            </a:r>
            <a:endParaRPr/>
          </a:p>
        </p:txBody>
      </p:sp>
      <p:pic>
        <p:nvPicPr>
          <p:cNvPr id="3" name="Picture 2" descr="super-mario-b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280" y="960120"/>
            <a:ext cx="3901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Super Mario Bros. (Nintendo, 1985).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mari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2" y="1688925"/>
            <a:ext cx="5139422" cy="2890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(Platformer0 to Platformer8),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in Code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Platformer0’s GenerateLevel: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Leave a gap two tiles wide in the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ground by two tiles in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R: what changes, and what doesn’t?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mario_t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525" y="920715"/>
            <a:ext cx="3052789" cy="4070385"/>
          </a:xfrm>
          <a:prstGeom prst="rect">
            <a:avLst/>
          </a:prstGeom>
        </p:spPr>
      </p:pic>
      <p:pic>
        <p:nvPicPr>
          <p:cNvPr id="94" name="Picture 100" descr="mario_tile_to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mario_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4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mario-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4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Maker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Platformer1’s PitLevelMaker: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pits twice as common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4 to see it, and R for new graphics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Player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Platformer3: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player jump higher, and walk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holds each value?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double jump: a new state, or a flag?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snail’s AI is a state machine too.</a:t>
            </a:r>
            <a:endParaRPr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SnailStateBase: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Sharper Snails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snails notice you from twice as far, and chase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classes?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Background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Platformer4’s GameLevel: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background scroll at a quarter of the camera’s speed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0 and 1 look like?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mario_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mario_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5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mario_fl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50" y="3502250"/>
            <a:ext cx="2114725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mario_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5" cy="2409125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corner, and you can’t see why: hitboxes are invisible.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mario-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Hitbox and Coyote Time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Platformer2, press F1: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HitboxInset to 0. Can you still fall into a one-tile pit?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CoyoteTime to 0.5. How does jumping off ledges feel?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snails, boxes, gems; each with its own states.</a:t>
            </a:r>
            <a:endParaRPr/>
          </a:p>
        </p:txBody>
      </p:sp>
      <p:pic>
        <p:nvPicPr>
          <p:cNvPr id="259" name="Picture 270" descr="mario_entiti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3513" y="323750"/>
            <a:ext cx="2782287" cy="4489599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Chunks and Moving Platforms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Platformer8.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few short chunks by hand, as small tile grids in a data file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maker that strings random chunks together, longer every level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moving platform that carries the player standing on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“carried along” belong?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Debug Drawing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Also draw the probe below the player that checks for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IsOnGround, in PlayerStateBase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player’s state and velocity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to find where coyote time starts and ends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loop, and 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map, 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