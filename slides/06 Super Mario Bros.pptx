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87" r:id="rId37"/>
    <p:sldId id="288" r:id="rId38"/>
    <p:sldId id="289" r:id="rId39"/>
    <p:sldId id="290" r:id="rId40"/>
    <p:sldId id="291" r:id="rId41"/>
    <p:sldId id="294" r:id="rId53"/>
    <p:sldId id="295" r:id="rId54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2.xml"/><Relationship Id="rId43" Type="http://schemas.openxmlformats.org/officeDocument/2006/relationships/slide" Target="slides/slide31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39.xml"/><Relationship Id="rId54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state machines, stack-based state machines, pushdown automata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Notice new Play() method of AnimatedSprite for swapping animation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Duplicate collision detection logic between snail and player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Any ideas on how we could fix this? 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The component design pattern!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checks (per direction)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 inset to allow jumping/falling next to solid tiles (otherwise could be problematic due to floating point precision)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nset to avoid getting stuck in the ground and tiles right above the player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 may</a:t>
            </a:r>
            <a:r>
              <a:rPr lang="en"/>
              <a:t> have different widths/heights or their positions are offset by a different amount than TileSize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06-platformer)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Platformer0 → Platformer8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 up until now have been an array of integer ids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pointing to an index in the Tileset (i.e. TextureRegion)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Now it is an array of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Our tilemap is getting smarter!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need to store more information than just the tile graphic!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Game-specific details (e.g. the grass toppers) go in a second tilemap, drawn on top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collision detection and resolution, gravity, ground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Idle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state, plays idle animation (duration)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around, reverses at edge or when velocity.x = 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towards player on x.axis</a:t>
            </a:r>
            <a:endParaRPr/>
          </a:p>
        </p:txBody>
      </p:sp>
      <p:pic>
        <p:nvPicPr>
          <p:cNvPr id="159" name="Picture 159" descr="mario_sn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625" y="3990450"/>
            <a:ext cx="864750" cy="2882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need a camera now and not for the previous games?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Performs two matrix translations based on target pos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Shift world + Center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this game we only need tracking on the x-axis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Gets clamped playerX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Based on tilemap dimensions</a:t>
            </a:r>
            <a:endParaRPr/>
          </a:p>
        </p:txBody>
      </p:sp>
      <p:pic>
        <p:nvPicPr>
          <p:cNvPr id="172" name="Google Shape;17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5675" y="3332600"/>
            <a:ext cx="1132651" cy="1132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we need collision checks between the player and every single tile?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No! The grid is static!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a simple “lookup” - it takes the same time in a level of 10 or 10.000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 → O(1)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481350" y="2179125"/>
            <a:ext cx="3477300" cy="1090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46" name="Google Shape;246;p38"/>
          <p:cNvSpPr txBox="1"/>
          <p:nvPr>
            <p:ph idx="1" type="body"/>
          </p:nvPr>
        </p:nvSpPr>
        <p:spPr>
          <a:xfrm>
            <a:off x="311700" y="3316200"/>
            <a:ext cx="8520600" cy="123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our game we are only checking collisions between the player and other entities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If we naively checked collisions between all entities in our game we risk O(n</a:t>
            </a:r>
            <a:r>
              <a:rPr baseline="30000" lang="en"/>
              <a:t>2</a:t>
            </a:r>
            <a:r>
              <a:rPr lang="en"/>
              <a:t>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 * (n - 1) / 2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bugs are invisible: the hitbox isn’t drawn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what the game can’t show: press F1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Solid tiles in red, the player’s hitbox in green, entities in yellow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DebugDraw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nothing unless DebugDraw.Enabled, so the calls can stay in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Debugger vs. debug drawing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debugger shows exact values at one moment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Debug drawing shows what happens over time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754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Represent any “thing” in 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Player, Snail, Boxes, Powerups, etc.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from the tiles in our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may not align perfectly with the tilemap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contain states just like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can affect input handling (e.g. player) or decision-making (e.g. snail)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engines may adopt an Entity-Component System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Everything is an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are containers of components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ultimately drive behavior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 Design Pattern!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a Custom Level Maker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Varying ground level and pillar/pit 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Multiple types of enemies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goal flag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the player touches the flag at the end of the level, they proceed to the next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 the levels are </a:t>
            </a:r>
            <a:r>
              <a:rPr lang="en"/>
              <a:t>procedural</a:t>
            </a:r>
            <a:r>
              <a:rPr lang="en"/>
              <a:t>, they can progressively get longer and harder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Create random keys and locks (same color) that spawn in each level; when the player gets the key, they can unlock the lock, which should spawn the goal flag.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loop, and 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map, 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