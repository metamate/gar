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7" r:id="rId5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87" r:id="rId37"/>
    <p:sldId id="288" r:id="rId38"/>
    <p:sldId id="289" r:id="rId39"/>
    <p:sldId id="290" r:id="rId40"/>
    <p:sldId id="291" r:id="rId41"/>
    <p:sldId id="298" r:id="rId57"/>
    <p:sldId id="296" r:id="rId55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33.xml"/><Relationship Id="rId43" Type="http://schemas.openxmlformats.org/officeDocument/2006/relationships/slide" Target="slides/slide32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2.xml"/><Relationship Id="rId54" Type="http://schemas.openxmlformats.org/officeDocument/2006/relationships/slide" Target="slides/slide43.xml"/><Relationship Id="rId55" Type="http://schemas.openxmlformats.org/officeDocument/2006/relationships/slide" Target="slides/slide41.xml"/><Relationship Id="rId56" Type="http://schemas.openxmlformats.org/officeDocument/2006/relationships/slide" Target="slides/slide2.xml"/><Relationship Id="rId5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Platformer8,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Platformer8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debug drawing, a camera, level makers, and the State pattern for the player.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gar-games/06-platformer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Platformer0 and Platformer1 side by side (a diff tool, or two editor panes), then run Platformer1.</a:t>
            </a:r>
          </a:p>
          <a:p>
            <a:r>
              <a:t>- LevelMakerBase and the five makers</a:t>
            </a:r>
          </a:p>
          <a:p>
            <a:r>
              <a:t>- keys 1 to 5 switch the maker in Platformer1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 per state; adding a state doesn’t touch the others. Hierarchical and stack-based state machines exist too; Pokemon uses a stack.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Platformer2 and Platformer3 side by side (a diff tool, or two editor panes), then run Platformer3.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Platformer5.</a:t>
            </a:r>
          </a:p>
          <a:p>
            <a:r>
              <a:t>- a title state and a play state, as in Flappy Bird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snail’s AI is the same pattern: idle, walk, and chase when the player comes close.</a:t>
            </a:r>
          </a:p>
          <a:p>
            <a:r>
              <a:t>Ask the question: the player and the snail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Platformer6 and Platformer7 side by side (a diff tool, or two editor panes), then run Platformer7.</a:t>
            </a:r>
          </a:p>
          <a:p>
            <a:r>
              <a:t>- SnailStates/</a:t>
            </a:r>
          </a:p>
          <a:p>
            <a:r>
              <a:t>- AnimatedSprite.Play swaps animations</a:t>
            </a:r>
          </a:p>
          <a:p>
            <a:r>
              <a:t>- the collision code duplicated between snail and player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Platformer3 and Platformer4 side by side (a diff tool, or two editor panes), then run Platformer4.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playable core loop and a class diagram. Next, by session 09: the self-review.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Super Mario Bros.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extend the debug drawing. The probe is IsOnGround in PlayerStateBase.</a:t>
            </a:r>
          </a:p>
          <a:p>
            <a:r>
              <a:t>Ask afterwards: how long does coyote time last on screen? About six frames (0.1 s).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 Mario Bros.</a:t>
            </a:r>
            <a:endParaRPr/>
          </a:p>
        </p:txBody>
      </p:sp>
      <p:pic>
        <p:nvPicPr>
          <p:cNvPr id="3" name="Picture 2" descr="super-mario-b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960120"/>
            <a:ext cx="3901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Super Mario Bros. (Nintendo, 1985).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(Platformer0 to Platformer8),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Platformer8.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Debug Drawing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Also draw the probe below the player that checks for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IsOnGround, in PlayerStateBase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player’s state and velocity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to find where coyote time starts and ends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