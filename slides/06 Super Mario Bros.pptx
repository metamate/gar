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304" r:id="rId63"/>
    <p:sldId id="264" r:id="rId14"/>
    <p:sldId id="265" r:id="rId15"/>
    <p:sldId id="266" r:id="rId16"/>
    <p:sldId id="267" r:id="rId17"/>
    <p:sldId id="303" r:id="rId62"/>
    <p:sldId id="277" r:id="rId27"/>
    <p:sldId id="278" r:id="rId28"/>
    <p:sldId id="279" r:id="rId29"/>
    <p:sldId id="280" r:id="rId30"/>
    <p:sldId id="281" r:id="rId31"/>
    <p:sldId id="305" r:id="rId64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99" r:id="rId58"/>
    <p:sldId id="268" r:id="rId18"/>
    <p:sldId id="269" r:id="rId19"/>
    <p:sldId id="271" r:id="rId21"/>
    <p:sldId id="302" r:id="rId61"/>
    <p:sldId id="275" r:id="rId25"/>
    <p:sldId id="276" r:id="rId26"/>
    <p:sldId id="300" r:id="rId59"/>
    <p:sldId id="287" r:id="rId37"/>
    <p:sldId id="288" r:id="rId38"/>
    <p:sldId id="273" r:id="rId23"/>
    <p:sldId id="274" r:id="rId24"/>
    <p:sldId id="289" r:id="rId39"/>
    <p:sldId id="290" r:id="rId40"/>
    <p:sldId id="291" r:id="rId41"/>
    <p:sldId id="298" r:id="rId57"/>
    <p:sldId id="296" r:id="rId55"/>
    <p:sldId id="294" r:id="rId53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1" Type="http://schemas.openxmlformats.org/officeDocument/2006/relationships/slide" Target="slides/slide32.xml"/><Relationship Id="rId23" Type="http://schemas.openxmlformats.org/officeDocument/2006/relationships/slide" Target="slides/slide39.xml"/><Relationship Id="rId24" Type="http://schemas.openxmlformats.org/officeDocument/2006/relationships/slide" Target="slides/slide40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8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27.xml"/><Relationship Id="rId43" Type="http://schemas.openxmlformats.org/officeDocument/2006/relationships/slide" Target="slides/slide26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6.xml"/><Relationship Id="rId55" Type="http://schemas.openxmlformats.org/officeDocument/2006/relationships/slide" Target="slides/slide45.xml"/><Relationship Id="rId56" Type="http://schemas.openxmlformats.org/officeDocument/2006/relationships/slide" Target="slides/slide2.xml"/><Relationship Id="rId57" Type="http://schemas.openxmlformats.org/officeDocument/2006/relationships/slide" Target="slides/slide44.xml"/><Relationship Id="rId58" Type="http://schemas.openxmlformats.org/officeDocument/2006/relationships/slide" Target="slides/slide29.xml"/><Relationship Id="rId59" Type="http://schemas.openxmlformats.org/officeDocument/2006/relationships/slide" Target="slides/slide36.xml"/><Relationship Id="rId61" Type="http://schemas.openxmlformats.org/officeDocument/2006/relationships/slide" Target="slides/slide33.xml"/><Relationship Id="rId62" Type="http://schemas.openxmlformats.org/officeDocument/2006/relationships/slide" Target="slides/slide15.xml"/><Relationship Id="rId63" Type="http://schemas.openxmlformats.org/officeDocument/2006/relationships/slide" Target="slides/slide10.xml"/><Relationship Id="rId64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Mario8,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Mario8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level makers, debug drawing, the State pattern for the player, and a camera.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gar-games/06-super-mario-bros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Mario0 and Mario1 side by side (a diff tool, or two editor panes), then run Mario1.</a:t>
            </a:r>
          </a:p>
          <a:p>
            <a:r>
              <a:t>- LevelMakerBase and the five makers</a:t>
            </a:r>
          </a:p>
          <a:p>
            <a:r>
              <a:t>- keys 1 to 5 switch the maker in Mario1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  <a:p>
            <a:r>
              <a:t>So the same answer as in Pac-Man: the State pattern, one class per state. Adding a state doesn’t touch the others.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Mario2 and Mario3 side by side (a diff tool, or two editor panes), then run Mario3.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Mario6 and Mario7 side by side (a diff tool, or two editor panes), then run Mario7.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player: Zelda picks this up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Mario3 and Mario4 side by side (a diff tool, or two editor panes), then run Mario4.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  <a:p>
            <a:r>
              <a:t>- then run Mario5: a title state and a play state, as in Flappy Bird; no need to open the code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Mario2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extend the debug drawing. The probe is IsOnGround in PlayerStateBase.</a:t>
            </a:r>
          </a:p>
          <a:p>
            <a:r>
              <a:t>Ask afterwards: how long does coyote time last on screen? About six frames (0.1 s).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Both constants are in Player. Without the inset, the player is as wide as a tile and walks over one-tile pits. Half a second of coyote time feels like jumping in mid-air.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parallaxFactor in DrawBackground. 0: the background never moves, like a painted sky. 1: it moves with the level, and the depth is gone.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JumpImpulse in PlayerJumpState, MoveSpeed in PlayerStateBase.</a:t>
            </a:r>
          </a:p>
          <a:p>
            <a:r>
              <a:t>For the double jump, take a few answers: a count in the jump and fall states is enough; a flag on Player is what the State pattern tries to avoid.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pitChance in PitLevelMaker. Only that maker changes; the game still just asks a maker for a level.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Mario0. GenerateLevel fills the bottom rows with solid tiles.</a:t>
            </a:r>
          </a:p>
          <a:p>
            <a:r>
              <a:t>A gap: skip two columns in the loop. Higher ground: a larger GroundHeight for some columns.</a:t>
            </a:r>
          </a:p>
          <a:p>
            <a:r>
              <a:t>Ask about R. Answer: only the graphics change; the shape is code, so the gap stays.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minutes, on paper.</a:t>
            </a:r>
          </a:p>
          <a:p>
            <a:r>
              <a:t>Answer: after the move the hitbox spans 38 to 50, 2 pixels into the wall. It snaps back so its right edge is at 48 (left edge 36), and the horizontal velocity becomes 0. Then the same for y, separately.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06-super-mario-bros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(Mario0 to Mario8),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in Code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Mario0’s GenerateLevel: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Leave a gap two tiles wide in the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ground by two tiles in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R: what changes, and what doesn’t?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Mario0 → Mario1: tilemaps from code and level makers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Maker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Mario1’s PitLevelMaker: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pits twice as common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4 to see it, and R for new graphics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Collision, by Hand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 paper, 16-pixel tiles: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hitbox spans x 30 to 42, and moves 8 pixels right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 starts at x 48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it after the move, and after the snap? What happens to its velocity?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Mario2: gravity, tile collision, coyote time and debug drawing (F1)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Hitbox and Coyote Time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Mario2, press F1: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HitboxInset to 0. Can you still fall into a one-tile pit?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CoyoteTime to 0.5. How does jumping off ledges feel?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Mario2 → Mario3: from an enum to the State pattern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Player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Mario3: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player jump higher, and walk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holds each value?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double jump: a new state, or a flag?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Mario4: camera and a wide level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Background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Mario4’s GameLevel: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background scroll at a quarter of the camera’s speed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0 and 1 look like?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Mario7: snail AI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Mario8.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Debug Drawing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Also draw the probe below the player that checks for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IsOnGround, in PlayerStateBase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player’s state and velocity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to find where coyote time starts and ends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