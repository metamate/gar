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68" r:id="rId18"/>
    <p:sldId id="269" r:id="rId19"/>
    <p:sldId id="270" r:id="rId20"/>
    <p:sldId id="271" r:id="rId21"/>
    <p:sldId id="302" r:id="rId61"/>
    <p:sldId id="272" r:id="rId22"/>
    <p:sldId id="273" r:id="rId23"/>
    <p:sldId id="274" r:id="rId24"/>
    <p:sldId id="301" r:id="rId60"/>
    <p:sldId id="275" r:id="rId25"/>
    <p:sldId id="276" r:id="rId26"/>
    <p:sldId id="300" r:id="rId59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87" r:id="rId37"/>
    <p:sldId id="288" r:id="rId38"/>
    <p:sldId id="289" r:id="rId39"/>
    <p:sldId id="290" r:id="rId40"/>
    <p:sldId id="291" r:id="rId41"/>
    <p:sldId id="298" r:id="rId57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40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5.xml"/><Relationship Id="rId41" Type="http://schemas.openxmlformats.org/officeDocument/2006/relationships/slide" Target="slides/slide46.xml"/><Relationship Id="rId42" Type="http://schemas.openxmlformats.org/officeDocument/2006/relationships/slide" Target="slides/slide39.xml"/><Relationship Id="rId43" Type="http://schemas.openxmlformats.org/officeDocument/2006/relationships/slide" Target="slides/slide38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48.xml"/><Relationship Id="rId56" Type="http://schemas.openxmlformats.org/officeDocument/2006/relationships/slide" Target="slides/slide2.xml"/><Relationship Id="rId57" Type="http://schemas.openxmlformats.org/officeDocument/2006/relationships/slide" Target="slides/slide47.xml"/><Relationship Id="rId58" Type="http://schemas.openxmlformats.org/officeDocument/2006/relationships/slide" Target="slides/slide41.xml"/><Relationship Id="rId59" Type="http://schemas.openxmlformats.org/officeDocument/2006/relationships/slide" Target="slides/slide27.xml"/><Relationship Id="rId60" Type="http://schemas.openxmlformats.org/officeDocument/2006/relationships/slide" Target="slides/slide24.xml"/><Relationship Id="rId61" Type="http://schemas.openxmlformats.org/officeDocument/2006/relationships/slide" Target="slides/slide20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ChaseDistance in SnailStateBase, ChaseSpeed in SnailChaseState.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Platformer0.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Sharper Snails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snails notice you from twice as far, and chase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classes?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