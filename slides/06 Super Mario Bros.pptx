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Level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Powerups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 and coyote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