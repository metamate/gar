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a:p>
            <a:pPr indent="-317500" lvl="1" marL="914400" rtl="0" algn="l">
              <a:spcBef>
                <a:spcPts val="0"/>
              </a:spcBef>
              <a:spcAft>
                <a:spcPts val="0"/>
              </a:spcAft>
              <a:buSzPts val="1400"/>
              <a:buChar char="○"/>
            </a:pPr>
            <a:r>
              <a:rPr lang="en"/>
              <a:t>So it runs across a one-tile pit without falling in</a:t>
            </a:r>
            <a:endParaRPr/>
          </a:p>
          <a:p>
            <a:pPr indent="-330200" lvl="0" marL="457200" rtl="0" algn="l">
              <a:spcBef>
                <a:spcPts val="0"/>
              </a:spcBef>
              <a:spcAft>
                <a:spcPts val="0"/>
              </a:spcAft>
              <a:buSzPts val="1600"/>
              <a:buChar char="●"/>
            </a:pPr>
            <a:r>
              <a:rPr lang="en"/>
              <a:t>We shrink the hitbox by 2 pixels on each side</a:t>
            </a:r>
            <a:endParaRPr/>
          </a:p>
          <a:p>
            <a:pPr indent="-317500" lvl="1" marL="914400" rtl="0" algn="l">
              <a:spcBef>
                <a:spcPts val="0"/>
              </a:spcBef>
              <a:spcAft>
                <a:spcPts val="0"/>
              </a:spcAft>
              <a:buSzPts val="1400"/>
              <a:buChar char="○"/>
            </a:pPr>
            <a:r>
              <a:rPr lang="en"/>
              <a:t>Now the pits have to be jumped</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