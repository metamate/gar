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diamond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11.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 Id="rId4" Type="http://schemas.openxmlformats.org/officeDocument/2006/relationships/image" Target="../media/image1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2.pn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4"/>
          <a:stretch>
            <a:fillRect/>
          </a:stretch>
        </p:blipFill>
        <p:spPr>
          <a:xfrm>
            <a:off x="2002294" y="1688925"/>
            <a:ext cx="513941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 which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4"/>
          <a:stretch>
            <a:fillRect/>
          </a:stretch>
        </p:blipFill>
        <p:spPr>
          <a:xfrm>
            <a:off x="3745230" y="2367008"/>
            <a:ext cx="1653540" cy="179133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diamond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extras.png"/>
          <p:cNvPicPr>
            <a:picLocks noChangeAspect="1"/>
          </p:cNvPicPr>
          <p:nvPr/>
        </p:nvPicPr>
        <p:blipFill>
          <a:blip r:embed="rId4"/>
          <a:stretch>
            <a:fillRect/>
          </a:stretch>
        </p:blipFill>
        <p:spPr>
          <a:xfrm>
            <a:off x="3721458" y="3016803"/>
            <a:ext cx="170108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