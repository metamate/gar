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4.xml"/><Relationship Id="rId55" Type="http://schemas.openxmlformats.org/officeDocument/2006/relationships/slide" Target="slides/slide43.xml"/><Relationship Id="rId56" Type="http://schemas.openxmlformats.org/officeDocument/2006/relationships/slide" Target="slides/slide2.xml"/><Relationship Id="rId57" Type="http://schemas.openxmlformats.org/officeDocument/2006/relationships/slide" Target="slides/slide42.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The obvious way is a flag and a timer on Player for each one. Ask: what does Player look like after five power-ups? The exercise asks for a way without piling flags onto it.</a:t>
            </a:r>
          </a:p>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Is this the Command pattern from Sokoban?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a:t>
            </a:r>
            <a:endParaRPr/>
          </a:p>
          <a:p>
            <a:pPr indent="-317500" lvl="1" marL="914400" rtl="0" algn="l">
              <a:spcBef>
                <a:spcPts val="0"/>
              </a:spcBef>
              <a:spcAft>
                <a:spcPts val="0"/>
              </a:spcAft>
              <a:buSzPts val="1400"/>
              <a:buChar char="○"/>
            </a:pPr>
            <a:r>
              <a:rPr lang="en"/>
              <a:t>So it runs across a one-tile pit without falling in</a:t>
            </a:r>
            <a:endParaRPr/>
          </a:p>
          <a:p>
            <a:pPr indent="-330200" lvl="0" marL="457200" rtl="0" algn="l">
              <a:spcBef>
                <a:spcPts val="0"/>
              </a:spcBef>
              <a:spcAft>
                <a:spcPts val="0"/>
              </a:spcAft>
              <a:buSzPts val="1600"/>
              <a:buChar char="●"/>
            </a:pPr>
            <a:r>
              <a:rPr lang="en"/>
              <a:t>We shrink the hitbox by 2 pixels on each side</a:t>
            </a:r>
            <a:endParaRPr/>
          </a:p>
          <a:p>
            <a:pPr indent="-317500" lvl="1" marL="914400" rtl="0" algn="l">
              <a:spcBef>
                <a:spcPts val="0"/>
              </a:spcBef>
              <a:spcAft>
                <a:spcPts val="0"/>
              </a:spcAft>
              <a:buSzPts val="1400"/>
              <a:buChar char="○"/>
            </a:pPr>
            <a:r>
              <a:rPr lang="en"/>
              <a:t>Now the pits have to be jumped</a:t>
            </a:r>
            <a:endParaRPr/>
          </a:p>
        </p:txBody>
      </p:sp>
      <p:pic>
        <p:nvPicPr>
          <p:cNvPr id="192" name="Picture 192" descr="hitbox.png"/>
          <p:cNvPicPr>
            <a:picLocks noChangeAspect="1"/>
          </p:cNvPicPr>
          <p:nvPr/>
        </p:nvPicPr>
        <p:blipFill>
          <a:blip r:embed="rId4"/>
          <a:stretch>
            <a:fillRect/>
          </a:stretch>
        </p:blipFill>
        <p:spPr>
          <a:xfrm>
            <a:off x="3745230" y="2367008"/>
            <a:ext cx="1653540" cy="179133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The level updates and draws every entity in one loop</a:t>
            </a:r>
            <a:endParaRPr/>
          </a:p>
          <a:p>
            <a:pPr indent="-304800" lvl="1" marL="914400" rtl="0" algn="l">
              <a:lnSpc>
                <a:spcPct val="157500"/>
              </a:lnSpc>
              <a:spcBef>
                <a:spcPts val="0"/>
              </a:spcBef>
              <a:spcAft>
                <a:spcPts val="0"/>
              </a:spcAft>
              <a:buSzPts val="1200"/>
              <a:buChar char="○"/>
            </a:pPr>
            <a:r>
              <a:rPr lang="en"/>
              <a:t>The Update Method pattern, from Pong</a:t>
            </a:r>
            <a:endParaRPr/>
          </a:p>
          <a:p>
            <a:pPr indent="-317500" lvl="0" marL="457200" rtl="0" algn="l">
              <a:lnSpc>
                <a:spcPct val="157500"/>
              </a:lnSpc>
              <a:spcBef>
                <a:spcPts val="0"/>
              </a:spcBef>
              <a:spcAft>
                <a:spcPts val="0"/>
              </a:spcAft>
              <a:buSzPts val="1400"/>
              <a:buChar char="●"/>
            </a:pPr>
            <a:r>
              <a:rPr lang="en"/>
              <a:t>Entities collide with each other</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They move, so there is no grid to look them up in: each one is checked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power-up is an entity that changes the player</a:t>
            </a:r>
            <a:endParaRPr/>
          </a:p>
          <a:p>
            <a:pPr indent="-317500" lvl="1" marL="914400" rtl="0" algn="l">
              <a:spcBef>
                <a:spcPts val="0"/>
              </a:spcBef>
              <a:spcAft>
                <a:spcPts val="0"/>
              </a:spcAft>
              <a:buSzPts val="1400"/>
              <a:buChar char="○"/>
            </a:pPr>
            <a:r>
              <a:rPr lang="en"/>
              <a:t>A diamond: invincible for a few seconds</a:t>
            </a:r>
            <a:endParaRPr/>
          </a:p>
          <a:p>
            <a:pPr indent="-317500" lvl="1" marL="914400" rtl="0" algn="l">
              <a:spcBef>
                <a:spcPts val="0"/>
              </a:spcBef>
              <a:spcAft>
                <a:spcPts val="0"/>
              </a:spcAft>
              <a:buSzPts val="1400"/>
              <a:buChar char="○"/>
            </a:pPr>
            <a:r>
              <a:rPr lang="en"/>
              <a:t>A mushroom: the player grows</a:t>
            </a:r>
            <a:endParaRPr/>
          </a:p>
        </p:txBody>
      </p:sp>
      <p:pic>
        <p:nvPicPr>
          <p:cNvPr id="291" name="Picture 290" descr="image.png"/>
          <p:cNvPicPr>
            <a:picLocks noChangeAspect="1"/>
          </p:cNvPicPr>
          <p:nvPr/>
        </p:nvPicPr>
        <p:blipFill>
          <a:blip r:embed="rId4"/>
          <a:stretch>
            <a:fillRect/>
          </a:stretch>
        </p:blipFill>
        <p:spPr>
          <a:xfrm>
            <a:off x="2834640" y="3017520"/>
            <a:ext cx="3474720" cy="694944"/>
          </a:xfrm>
          <a:prstGeom prst="rect">
            <a:avLst/>
          </a:prstGeom>
        </p:spPr>
      </p:pic>
      <p:sp>
        <p:nvSpPr>
          <p:cNvPr id="292" name="TextBox 291"/>
          <p:cNvSpPr txBox="1"/>
          <p:nvPr/>
        </p:nvSpPr>
        <p:spPr>
          <a:xfrm>
            <a:off x="457200" y="3931920"/>
            <a:ext cx="8229600" cy="365760"/>
          </a:xfrm>
          <a:prstGeom prst="rect">
            <a:avLst/>
          </a:prstGeom>
          <a:noFill/>
        </p:spPr>
        <p:txBody>
          <a:bodyPr wrap="square">
            <a:spAutoFit/>
          </a:bodyPr>
          <a:lstStyle/>
          <a:p>
            <a:pPr algn="ctr"/>
            <a:r>
              <a:rPr sz="1400" b="0" i="0">
                <a:solidFill>
                  <a:srgbClr val="9AA3AB"/>
                </a:solidFill>
              </a:rPr>
              <a:t>The art is in the repo: Content/Assets/images/extras.png (the game doesn’t use it yet)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do the player’s states share, and where does that code live?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