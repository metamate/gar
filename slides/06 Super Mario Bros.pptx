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06-platformer)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bugs are invisible: the hitbox isn’t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what the game can’t show: press F1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Solid tiles in red, the player’s hitbox in green, entities in yellow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DebugDraw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nothing unless DebugDraw.Enabled, so the calls can stay in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Debugger vs. debug drawing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debugger shows exact values at one moment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Debug drawing shows what happens over time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6" descr="p8debu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Entitites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