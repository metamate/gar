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090" y="1093999"/>
            <a:ext cx="6329816" cy="35605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to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tweens, where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With push and pop,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option,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