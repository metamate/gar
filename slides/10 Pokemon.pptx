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13" descr="f1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280160"/>
            <a:ext cx="5120638" cy="2880358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480560" y="1655064"/>
            <a:ext cx="1307592" cy="1289304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