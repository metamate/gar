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town’s tiles and the trainer, in four directions with two steps each.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9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090" y="1093999"/>
            <a:ext cx="6329816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lay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366" y="1357926"/>
            <a:ext cx="1820718" cy="2427624"/>
          </a:xfrm>
          <a:prstGeom prst="rect">
            <a:avLst/>
          </a:prstGeom>
        </p:spPr>
      </p:pic>
      <p:pic>
        <p:nvPicPr>
          <p:cNvPr id="80" name="Picture 80" descr="til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0160" y="1364730"/>
            <a:ext cx="3218688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option,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