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1" r:id="rId39"/>
    <p:sldId id="282" r:id="rId40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2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25.xml"/><Relationship Id="rId40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Such system is often imported as an external library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Safe to create tweens inside callbacks — new ones are queued and start next frame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XML -&gt; JSON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a singleton? This pattern lets you swap the real implementation for a fake one (useful for testing or if audio fails to load)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1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gif-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88" y="1093999"/>
            <a:ext cx="6329820" cy="35605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10-pokemon)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Pokemon0 → Pokemon4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Push/Pop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the top state receives Update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Though this could be changed if we wanted it to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states draw, bottom to top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underneath stay visible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Allows us to render multiple states at once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lets us layer screens on top of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transitions — push a colour overlay on top, animate it, then pop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Dialogue boxes — message state sits on top of the battle scene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Battle phases — menu → turn → message, each pushes/pops independently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Example battle stack: PlayState → BattleState → BattleMenuState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us to return back to states as they were when we left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Resuming from a battle where we left the field (PlayState)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Smoothly changes a value over time (e.g. move a sprite from X=0 to X=100)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use it: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Tween — change a number from A to B over a set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— wait N seconds, then run a method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— repeat a method at a fixed interval (use .Limit to stop after N times)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Chaining: .Add() to animate multiple values at once, .Finish() to run code when done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Callbacks can also push/pop states or change game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Accessed via Service Locator: Locator.Tweens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for "graphical user interface"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widgets and elements include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rectangle with a black border, used as a background for all UI 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ProgressBar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bar that fills based on current/max (used for HP and EXP)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Textbox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Wraps text inside a Panel, advances pages when player presses Confirm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Selection / Menu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options, each with a label and an action to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up/down navigation and cursor drawing — adding a new option is one 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others.. (labels, scrollbars, etc..)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sets of coordinates per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MapX/MapY (int) — which tile the entity is on (used for game logic)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X/Y (float) — the pixel position on screen (smoothly tweened between tiles)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EntityWalkState — handles one step between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Snaps MapX/MapY to the new tile instantly, then tweens X/Y to catch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PlayerWalkState — if a direction key is still held, starts another step; otherwise goes Idle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(Pokemon4/World/Level.cs)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Two Tilemap layers: base terrain + tall grass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 terrain tile pattern is randomly generated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Random encounter check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each time the player ends a step in tall grass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random roll decides if a battle starts (probability set in GameSettings)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Transition to battle: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Stop field music → start battle music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to white → push BattleState → fade back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done with push/pop on the state stack — no special-case code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the battle scene: two sprites, HP/EXP bars, bottom 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Opening animation: both sprites slide in from opposite edges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BattleMenuState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Fight / Run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TakeTurnState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one full battle 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Faster Pokemon (higher Speed) attacks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Attack sequence: pause → lunge forward → hit sound → blink → HP bar drops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tween that triggers the next one when it finishes — no if/else chain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Flow: Menu → TakeTurn → (both alive?) → back to Menu, or → fade out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Defines a species: name, base stats, growth rates, sprite paths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actual Pokemon 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level, every stat rolls a 6-sided die 3 times — higher growth rate = more likely to gain a point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Damage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(Attack * move.BasePower / 10) - defender.Defense (minimum 1)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Experience: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Beating a Pokemon gives EXP based on its growth rates ×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LevelUp() returns how much each stat increased so the UI can show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Holds your team of Mons; Party.Current is the one in battle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flow of a single turn in battle?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choosing an action to showing the result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attacks and moves represented in the code?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is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when a battle ends?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right after victory or defeat?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core RPG stats handled for a monster?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HP, IV, level, attack, experience,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causes a monster to gain experience and level 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are stat increases applied?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a party of monsters modeled?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does the battle system use that party data?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</a:t>
            </a:r>
            <a:r>
              <a:rPr lang="en"/>
              <a:t>ame data lives in JSON files, game logic lives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</a:t>
            </a:r>
            <a:r>
              <a:rPr lang="en"/>
              <a:t>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base stats, growth rates, sprite paths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Loaded into C# objects using System.Text.Json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</a:t>
            </a:r>
            <a:r>
              <a:rPr lang="en"/>
              <a:t>ntity_animations.json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Animation name, which spritesheet frames to play, timing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C# classes that receive this data use record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Small classes that just hold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Adding a new Pokemon means editing a JSON file, not rewriting C# code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new species to pokemon_definitions.json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it a glass cannon (high attack, low defense). Run the game and fight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"type" field (Fire/Water/Grass) to the JSON and PokemonSpecies.cs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Verify the data loads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Mon attacks take defender type into account (super effective vs not very effective)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the player’s party and position to a JSON file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 it on startup if it exists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Test it with a round trip in a Pokemon.Tests project: save, load, compare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Serialization: an object becomes text or bytes (e.g. JSON)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Deserialization turns it back; loading the definitions is deserialization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Saving the game is the same, in reverse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JsonSerializer.Serialize(saveData), then File.WriteAllText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level, current HP; not textures or references to other objects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round-trip test catches a forgotten field: save, load, compare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Exercise: save the party and position to JSON, and load it on startup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</a:t>
            </a:r>
            <a:r>
              <a:rPr lang="en"/>
              <a:t>any classes need shared services (audio, tweens, assets)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 they find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Solution: Locator.cs — a static class that holds references to shared 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class can call Locator.Audio.PlayHit() or Locator.Tweens.Tween(...)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Services are registered once at startup: Locator.Provide(audioInstance)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Null object: before the real service is registered, a "do-nothing" version stands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NullAudio implements IAudio with empty methods — no null checks needed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has Game.Services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generic dictionary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Services.AddService&lt;IAudio&gt;(audio) and Services.GetService&lt;IAudio&gt;()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 But not needed, as we roll our own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load: a round-trip test is a good first test for your project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