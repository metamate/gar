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6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9.xml"/><Relationship Id="rId42" Type="http://schemas.openxmlformats.org/officeDocument/2006/relationships/slide" Target="slides/slide29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