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town’s tiles and the trainer, in four directions with two steps each.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8" Type="http://schemas.openxmlformats.org/officeDocument/2006/relationships/image" Target="../media/image19.png"/><Relationship Id="rId10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5" cy="35605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lay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366" y="1357926"/>
            <a:ext cx="1820718" cy="2427624"/>
          </a:xfrm>
          <a:prstGeom prst="rect">
            <a:avLst/>
          </a:prstGeom>
        </p:spPr>
      </p:pic>
      <p:pic>
        <p:nvPicPr>
          <p:cNvPr id="80" name="Picture 80" descr="ti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8976" y="1364730"/>
            <a:ext cx="2861056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13" descr="f1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1" y="1280160"/>
            <a:ext cx="5120638" cy="2880358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480560" y="1655064"/>
            <a:ext cx="1307592" cy="1289304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option,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