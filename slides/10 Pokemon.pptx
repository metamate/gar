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77" r:id="rId27"/>
    <p:sldId id="284" r:id="rId42"/>
    <p:sldId id="281" r:id="rId39"/>
    <p:sldId id="282" r:id="rId40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3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9.xml"/><Relationship Id="rId42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scenes and UI, with a state stack and GUI widgets.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GMDCore and the game.</a:t>
            </a:r>
          </a:p>
          <a:p>
            <a:r>
              <a:t>The rule: a class that talks about monsters or battles belongs to the game; one you could reuse belongs to GMDCore.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grass tiles and the trainer.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exactly where you were. Only the top state updates; every state draws, bottom to top.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No flags, no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grow by chance, with rolls against the species’ growth values.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glass cannon, types, save and load.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the real games have that ours doesn’t. Any of these is a good project extension.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data, not objects: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exactly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 rather than a concrete class,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Next milestone by session 11: a release build on itch.io and a README. A save round-trip is a good first test for a project.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each. Push for concrete classes and files, not intentions.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1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6550" y="902587"/>
            <a:ext cx="2199809" cy="1985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61763" y="887664"/>
            <a:ext cx="2297362" cy="208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04550" y="887675"/>
            <a:ext cx="2952750" cy="1985808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62200" y="3175299"/>
            <a:ext cx="3058224" cy="1845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52613" y="3213247"/>
            <a:ext cx="3377225" cy="1769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gif-pokem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7088" y="1093999"/>
            <a:ext cx="6329820" cy="35605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steps, a map of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okemon_trai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366" y="1357926"/>
            <a:ext cx="1820718" cy="2427625"/>
          </a:xfrm>
          <a:prstGeom prst="rect">
            <a:avLst/>
          </a:prstGeom>
        </p:spPr>
      </p:pic>
      <p:pic>
        <p:nvPicPr>
          <p:cNvPr id="80" name="Picture 80" descr="pokemon_t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5400" y="2263650"/>
            <a:ext cx="2464800" cy="61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exactly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exactly where you were.</a:t>
            </a:r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14400" y="3639312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14400" y="3200400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4400" y="2761488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BattleMenuState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069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bottom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97680" y="233172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Only the top state gets Update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It has the input to itself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7680" y="315468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Every state draws, bottom to top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The field and the fight stay visible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4069080" y="2514600"/>
            <a:ext cx="1371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tweens: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No flags, no frame counters, no if/else chain: the timing lives in the tween system.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pk-figh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0160"/>
            <a:ext cx="5120640" cy="2880359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5806440" y="132588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ProgressBar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current / max: HP and EXP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366260" y="1655064"/>
            <a:ext cx="1421892" cy="1521332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806440" y="214884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Panel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the box behind every widget</a:t>
            </a:r>
          </a:p>
        </p:txBody>
      </p:sp>
      <p:cxnSp>
        <p:nvCxnSpPr>
          <p:cNvPr id="110" name="Connector 109"/>
          <p:cNvCxnSpPr/>
          <p:nvPr/>
        </p:nvCxnSpPr>
        <p:spPr>
          <a:xfrm flipH="1">
            <a:off x="2285999" y="2478024"/>
            <a:ext cx="3502153" cy="1202435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806440" y="297180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Menu = Panel + Selection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labels, actions, the cursor</a:t>
            </a:r>
          </a:p>
        </p:txBody>
      </p:sp>
      <p:cxnSp>
        <p:nvCxnSpPr>
          <p:cNvPr id="112" name="Connector 111"/>
          <p:cNvCxnSpPr/>
          <p:nvPr/>
        </p:nvCxnSpPr>
        <p:spPr>
          <a:xfrm flipH="1">
            <a:off x="4846320" y="3300984"/>
            <a:ext cx="941832" cy="459486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806440" y="379476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Textbox = Panel + text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wrapped, one page at a time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MapX, MapY: which tile (the rules use this)   ·   X, Y: where it’s drawn (tweened)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Push and pop: no state needs to know which one comes next.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(IVs),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31520" y="3017520"/>
            <a:ext cx="7498079" cy="8229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4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393192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"hpIV":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Types: Fire, Water, Grass, and super-effective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data, not objects: what you need to rebuild the game, nothing more.</a:t>
            </a:r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48640" y="1417320"/>
            <a:ext cx="804672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public record SaveData(List&lt;MonSaveData&gt; Party, int MapX, int MapY);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File.WriteAllText(path, JsonSerializer.Serialize(data));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SaveData loaded = JsonSerializer.Deserialize&lt;SaveData&gt;(File.ReadAllText(path));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10896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You forget to save the HP. When do you find out?</a:t>
            </a:r>
          </a:p>
          <a:p>
            <a:pPr algn="ctr"/>
            <a:r>
              <a:rPr sz="1800" b="1" i="0">
                <a:solidFill>
                  <a:srgbClr val="DEE2E6"/>
                </a:solidFill>
              </a:rPr>
              <a:t>What test would find it first?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45720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explicit, but passed through every layer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9184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easy, but tied to one concrete class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648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registry, handing out interfaces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2560320"/>
            <a:ext cx="81838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Locator.Provide(new SoundManager());   // once, at startup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Locator.Audio.PlayHit();               // anywhere</a:t>
            </a:r>
          </a:p>
          <a:p>
            <a:pPr algn="l"/>
            <a:r>
              <a:rPr sz="1300">
                <a:solidFill>
                  <a:srgbClr val="9AA3AB"/>
                </a:solidFill>
                <a:latin typeface="Consolas"/>
              </a:rPr>
              <a:t>// until then, Locator.Audio is a NullAudio that does nothing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3931920"/>
            <a:ext cx="8183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Geometry Wars tries the first option: dependency injection.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11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release build on itch.io, and a README started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load: a round-trip test is a good first test for your project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