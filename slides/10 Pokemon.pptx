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new species, save and load, and more on the site.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species that hits hard and breaks easily,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