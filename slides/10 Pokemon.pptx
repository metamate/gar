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tiles, the spring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9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90" y="1093999"/>
            <a:ext cx="6329816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5400" y="2347677"/>
            <a:ext cx="2464800" cy="448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option,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