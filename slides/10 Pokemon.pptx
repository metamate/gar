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2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10-pokemon)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Serialization: an object becomes text or bytes (e.g. JSON)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Deserialization turns it back; loading the definitions is deserialization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Saving the game is the same, in reverse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JsonSerializer.Serialize(saveData), then File.WriteAllText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level, current HP; not textures or references to other objects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Exercise: save the party and position to JSON, and load it on startup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