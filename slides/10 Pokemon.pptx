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90" r:id="rId47"/>
    <p:sldId id="265" r:id="rId15"/>
    <p:sldId id="289" r:id="rId46"/>
    <p:sldId id="266" r:id="rId16"/>
    <p:sldId id="267" r:id="rId17"/>
    <p:sldId id="285" r:id="rId43"/>
    <p:sldId id="286" r:id="rId44"/>
    <p:sldId id="287" r:id="rId45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88" r:id="rId40"/>
    <p:sldId id="277" r:id="rId27"/>
    <p:sldId id="284" r:id="rId42"/>
    <p:sldId id="281" r:id="rId39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9.xml"/><Relationship Id="rId27" Type="http://schemas.openxmlformats.org/officeDocument/2006/relationships/slide" Target="slides/slide31.xml"/><Relationship Id="rId28" Type="http://schemas.openxmlformats.org/officeDocument/2006/relationships/slide" Target="slides/slide28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33.xml"/><Relationship Id="rId40" Type="http://schemas.openxmlformats.org/officeDocument/2006/relationships/slide" Target="slides/slide30.xml"/><Relationship Id="rId41" Type="http://schemas.openxmlformats.org/officeDocument/2006/relationships/slide" Target="slides/slide9.xml"/><Relationship Id="rId42" Type="http://schemas.openxmlformats.org/officeDocument/2006/relationships/slide" Target="slides/slide32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slide" Target="slides/slide14.xml"/><Relationship Id="rId4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scenes and UI. Screens stack on a state stack, with GUI widgets on top.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GARCore and the game.</a:t>
            </a:r>
          </a:p>
          <a:p>
            <a:r>
              <a:t>The rule: a class that talks about monsters or battles belongs to the game; one you could reuse belongs to GARCore.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town’s tiles and the trainer, in four directions with two steps each.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where you were. Only the top state updates; every state draws, bottom to top.</a:t>
            </a:r>
          </a:p>
          <a:p>
            <a:r>
              <a:t>BattleMenuState</a:t>
            </a:r>
          </a:p>
          <a:p>
            <a:r>
              <a:t>Only the top state gets Update</a:t>
            </a:r>
          </a:p>
          <a:p>
            <a:r>
              <a:t>It has the input to itself</a:t>
            </a:r>
          </a:p>
          <a:p>
            <a:r>
              <a:t>Every state draws, bottom to top</a:t>
            </a:r>
          </a:p>
          <a:p>
            <a:r>
              <a:t>The field and the fight stay visible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It needs no flags or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  <a:p>
            <a:r>
              <a:t>current / max: HP and EXP</a:t>
            </a:r>
          </a:p>
          <a:p>
            <a:r>
              <a:t>the box behind every widget</a:t>
            </a:r>
          </a:p>
          <a:p>
            <a:r>
              <a:t>Menu = Panel + Selection</a:t>
            </a:r>
          </a:p>
          <a:p>
            <a:r>
              <a:t>labels, actions, the cursor</a:t>
            </a:r>
          </a:p>
          <a:p>
            <a:r>
              <a:t>Textbox = Panel + text</a:t>
            </a:r>
          </a:p>
          <a:p>
            <a:r>
              <a:t>wrapped, one page at a time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  <a:p>
            <a:r>
              <a:t>MapX, MapY: which tile (the rules use this)   ·   X, Y: where it’s drawn (tweened)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follow from the level: base plus half the growth value per level. No dice, so a level 5 Cindrel is always the same.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new species, save and load, a pause menu, mute, a health bar that listens, and two stretch ones.</a:t>
            </a:r>
          </a:p>
          <a:p>
            <a:r>
              <a:t>Mute is the Service Locator against Flappy’s Singleton. Ask afterwards: what happened to the music that was already playing?</a:t>
            </a:r>
          </a:p>
          <a:p>
            <a:r>
              <a:t>The listening bar is Observer for UI. Ask: where did you unsubscribe?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  <a:p>
            <a:r>
              <a:t>explicit, but passed through every layer</a:t>
            </a:r>
          </a:p>
          <a:p>
            <a:r>
              <a:t>easy, but tied to one concrete class</a:t>
            </a:r>
          </a:p>
          <a:p>
            <a:r>
              <a:t>Service Locator</a:t>
            </a:r>
          </a:p>
          <a:p>
            <a:r>
              <a:t>one registry, handing out interfaces</a:t>
            </a:r>
          </a:p>
          <a:p>
            <a:r>
              <a:t>Locator.Provide(new SoundManager());   // once, at startup</a:t>
            </a:r>
          </a:p>
          <a:p>
            <a:r>
              <a:t>Locator.Audio.PlayHit();               // anywhere</a:t>
            </a:r>
          </a:p>
          <a:p>
            <a:r>
              <a:t>// until then, Locator.Audio is a NullAudio that does nothing</a:t>
            </a:r>
          </a:p>
          <a:p>
            <a:r>
              <a:t>Geometry Wars tries the first option, dependency injection.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What the real games have that ours doesn’t, and what each would take with today’s parts. Ask for one: which states, which widgets, which data?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plain data: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  <a:p>
            <a:r>
              <a:t>public record SaveData(List&lt;MonSaveData&gt; Party, int MapX, int MapY);</a:t>
            </a:r>
          </a:p>
          <a:p>
            <a:r>
              <a:t>File.WriteAllText(path, JsonSerializer.Serialize(data));</a:t>
            </a:r>
          </a:p>
          <a:p>
            <a:r>
              <a:t>SaveData loaded = JsonSerializer.Deserialize&lt;SaveData&gt;(File.ReadAllText(path));</a:t>
            </a:r>
          </a:p>
          <a:p>
            <a:r>
              <a:t>You forget to save the HP. When do you find out?</a:t>
            </a:r>
          </a:p>
          <a:p>
            <a:r>
              <a:t>What test would find it first?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One line in Game1: Locator.Provide(new NullAudio()). No other class changes: they only know IAudio.</a:t>
            </a:r>
          </a:p>
          <a:p>
            <a:r>
              <a:t>LoggingAudio implements IAudio with a Console.WriteLine per method. Ask: what would the same change cost with Flappy Bird’s Singleton? Every caller names Audio.Instance.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UiSamples. Go through the options: the textbox pages and closes itself, Damage and Heal tween the bar, the colour changes.</a:t>
            </a:r>
          </a:p>
          <a:p>
            <a:r>
              <a:t>Point out focus: while the textbox is open, the arrows do nothing to the menu. SamplesScreen.Update decides who gets the input.</a:t>
            </a:r>
          </a:p>
          <a:p>
            <a:r>
              <a:t>The samples use Pokemon4’s widgets, so a change there changes the game too.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The option: one line in the menu’s list in SamplesScreen. The colour: in SamplesScreen.Update or Draw, from the bar’s value; ProgressBar itself doesn’t need to change.</a:t>
            </a:r>
          </a:p>
          <a:p>
            <a:r>
              <a:t>Ask: should ProgressBar know about “low”? Answer: better not; the screen decides what low means for its data.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build our own because the lesson is how a UI works: drawing, layout, input and focus.</a:t>
            </a:r>
          </a:p>
          <a:p>
            <a:r>
              <a:t>For the projects, Gum is the obvious choice when the UI grows. The site links MonoGame’s Gum tutorials.</a:t>
            </a:r>
          </a:p>
          <a:p>
            <a:r>
              <a:t>Ask: what UI does your game need? Is any of it more than menus, bars and text?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4 minutes. FadeDuration and WalkTweenDuration. No state changes: the timing lives in the tweens.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_stack.Push(new DialogueState(_stack, "...")) on WasKeyJustPressed(Keys.M) (add using Microsoft.Xna.Framework.Input).</a:t>
            </a:r>
          </a:p>
          <a:p>
            <a:r>
              <a:t>Dismissing pops it, and PlayState is on top again, as it was. PlayState needs to know nothing about what comes after.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22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8" Type="http://schemas.openxmlformats.org/officeDocument/2006/relationships/image" Target="../media/image19.png"/><Relationship Id="rId10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4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4" Type="http://schemas.openxmlformats.org/officeDocument/2006/relationships/hyperlink" Target="http://interfaceingame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4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557" y="973490"/>
            <a:ext cx="1971021" cy="1779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5459" y="960120"/>
            <a:ext cx="2058428" cy="18688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3788" y="960129"/>
            <a:ext cx="2645654" cy="1779277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13858" y="3009833"/>
            <a:ext cx="2740158" cy="1653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30856" y="3043834"/>
            <a:ext cx="3025982" cy="15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TextBox 5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Pokémon, from the first games (Game Freak, 1996) on. Screenshots © Nintendo / Game Freak.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pokem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7090" y="1093999"/>
            <a:ext cx="6329815" cy="356052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Scenes and UI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(Pokemon0 to Pokemon4),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encounters, and level up your monster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lay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5366" y="1357926"/>
            <a:ext cx="1820718" cy="2427624"/>
          </a:xfrm>
          <a:prstGeom prst="rect">
            <a:avLst/>
          </a:prstGeom>
        </p:spPr>
      </p:pic>
      <p:pic>
        <p:nvPicPr>
          <p:cNvPr id="80" name="Picture 80" descr="til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58976" y="1364730"/>
            <a:ext cx="2861056" cy="24140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to where you were.</a:t>
            </a:r>
            <a:endParaRPr/>
          </a:p>
        </p:txBody>
      </p:sp>
      <p:pic>
        <p:nvPicPr>
          <p:cNvPr id="87" name="Picture 86" descr="state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254" y="1371600"/>
            <a:ext cx="71174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Message of Your Own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PlayState.Update: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DialogueState with your own text when M is pressed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Dismiss it: where does the game carry 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did PlayState need to know?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tweens, where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timing lives in the tween system, without flags, frame counters or if/else chains.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Slower Fades, Faster Steps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fades twice as slow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walk between tiles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any state change?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05" descr="widge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905" y="1371600"/>
            <a:ext cx="6930189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sp>
        <p:nvSpPr>
          <p:cNvPr id="112" name="Google Shape;112;p20"/>
          <p:cNvSpPr txBox="1"/>
          <p:nvPr/>
        </p:nvSpPr>
        <p:spPr>
          <a:xfrm>
            <a:off x="3497100" y="265176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EE2E6"/>
                </a:solidFill>
              </a:rPr>
              <a:t>A collection of real game interfaces, for inspiration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to the steps: UiSamples, the widgets on one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dotnet run --project UiSamples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menu, a panel, a progress bar, a textbox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While the textbox is open, the menu waits: focus</a:t>
            </a:r>
            <a:endParaRPr/>
          </a:p>
        </p:txBody>
      </p:sp>
      <p:pic>
        <p:nvPicPr>
          <p:cNvPr id="4" name="Picture 4" descr="f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880" y="2148840"/>
            <a:ext cx="471424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UiSamples: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fifth option that fills the bar again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bar turn red below a quarter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did each change need?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UI Library?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Our own widgets: small, readable, and you see how a UI works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Gum: layouts, scrolling lists, text input, a visual editor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cost: a dependency, and a new way of working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Your project: a few menus and bars, build them; an inventory, reach for Gum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</p:txBody>
      </p:sp>
      <p:pic>
        <p:nvPicPr>
          <p:cNvPr id="119" name="Picture 118" descr="tile-mov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71600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With push and pop, no state needs to know which one comes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values,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43616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31520" y="3017520"/>
            <a:ext cx="74980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stats follow from the level: no dice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Attack =&gt; BaseAttack + AttackGrowth * Level / 2;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"hpGrowth":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species that hits hard and breaks easily,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pause menu on the stack, built from a Panel and a Menu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Mute: swap the audio service while the game runs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health bar that listens to its monster, with an event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Stretch: catching with a party menu, and types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plain data: only what you need to rebuild the game.</a:t>
            </a:r>
            <a:endParaRPr/>
          </a:p>
        </p:txBody>
      </p:sp>
      <p:pic>
        <p:nvPicPr>
          <p:cNvPr id="87" name="Picture 86" descr="save-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39" y="1371600"/>
            <a:ext cx="8503920" cy="295275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pic>
        <p:nvPicPr>
          <p:cNvPr id="170" name="Picture 169" descr="loc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Silence Without Changes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Provide a NullAudio instead of the SoundManager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other classes did you change?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Then: a LoggingAudio that prints each sound’s name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the Real Games Add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Catching: one more option in the battle menu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field menu for the party: more states on the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Items: an inventory, built from the widgets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trainers: a new opponent, the same battle states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Moves and evolution: more data in the JSON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