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6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29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89" y="1093999"/>
            <a:ext cx="6329818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