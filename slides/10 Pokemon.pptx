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9.xml"/><Relationship Id="rId4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No flags, no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grow by chance, with rolls against the species’ growth values.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No flags, no frame counters, no if/else chain: the timing lives in the tween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(IVs),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31520" y="3017520"/>
            <a:ext cx="7498079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39319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"hpIV":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