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  <a:p>
            <a:r>
              <a:t>BattleMenuState</a:t>
            </a:r>
          </a:p>
          <a:p>
            <a:r>
              <a:t>Only the top state gets Update</a:t>
            </a:r>
          </a:p>
          <a:p>
            <a:r>
              <a:t>It has the input to itself</a:t>
            </a:r>
          </a:p>
          <a:p>
            <a:r>
              <a:t>Every state draws, bottom to top</a:t>
            </a:r>
          </a:p>
          <a:p>
            <a:r>
              <a:t>The field and the fight stay visible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  <a:p>
            <a:r>
              <a:t>current / max: HP and EXP</a:t>
            </a:r>
          </a:p>
          <a:p>
            <a:r>
              <a:t>the box behind every widget</a:t>
            </a:r>
          </a:p>
          <a:p>
            <a:r>
              <a:t>Menu = Panel + Selection</a:t>
            </a:r>
          </a:p>
          <a:p>
            <a:r>
              <a:t>labels, actions, the cursor</a:t>
            </a:r>
          </a:p>
          <a:p>
            <a:r>
              <a:t>Textbox = Panel + text</a:t>
            </a:r>
          </a:p>
          <a:p>
            <a:r>
              <a:t>wrapped, one page at a time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  <a:p>
            <a:r>
              <a:t>MapX, MapY: which tile (the rules use this)   ·   X, Y: where it’s drawn (tweened)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  <a:p>
            <a:r>
              <a:t>explicit, but passed through every layer</a:t>
            </a:r>
          </a:p>
          <a:p>
            <a:r>
              <a:t>easy, but tied to one concrete class</a:t>
            </a:r>
          </a:p>
          <a:p>
            <a:r>
              <a:t>Service Locator</a:t>
            </a:r>
          </a:p>
          <a:p>
            <a:r>
              <a:t>one registry, handing out interfaces</a:t>
            </a:r>
          </a:p>
          <a:p>
            <a:r>
              <a:t>Locator.Provide(new SoundManager());   // once, at startup</a:t>
            </a:r>
          </a:p>
          <a:p>
            <a:r>
              <a:t>Locator.Audio.PlayHit();               // anywhere</a:t>
            </a:r>
          </a:p>
          <a:p>
            <a:r>
              <a:t>// until then, Locator.Audio is a NullAudio that does nothing</a:t>
            </a:r>
          </a:p>
          <a:p>
            <a:r>
              <a:t>Geometry Wars tries the first option, dependency injection.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  <a:p>
            <a:r>
              <a:t>public record SaveData(List&lt;MonSaveData&gt; Party, int MapX, int MapY);</a:t>
            </a:r>
          </a:p>
          <a:p>
            <a:r>
              <a:t>File.WriteAllText(path, JsonSerializer.Serialize(data));</a:t>
            </a:r>
          </a:p>
          <a:p>
            <a:r>
              <a:t>SaveData loaded = JsonSerializer.Deserialize&lt;SaveData&gt;(File.ReadAllText(path));</a:t>
            </a:r>
          </a:p>
          <a:p>
            <a:r>
              <a:t>You forget to save the HP. When do you find out?</a:t>
            </a:r>
          </a:p>
          <a:p>
            <a:r>
              <a:t>What test would find it first?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pic>
        <p:nvPicPr>
          <p:cNvPr id="87" name="Picture 86" descr="stat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4" y="1371600"/>
            <a:ext cx="71174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wid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5" y="1371600"/>
            <a:ext cx="693018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</p:txBody>
      </p:sp>
      <p:pic>
        <p:nvPicPr>
          <p:cNvPr id="119" name="Picture 118" descr="tile-m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pic>
        <p:nvPicPr>
          <p:cNvPr id="87" name="Picture 86" descr="save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pic>
        <p:nvPicPr>
          <p:cNvPr id="170" name="Picture 169" descr="lo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