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10-pokemon)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 it with a round trip in a Pokemon.Tests project: save, load, compare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round-trip test catches a forgotten field: save, load, compare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