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a new species, save and load, and more on the site.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497100" y="265176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A collection of real game interfaces, for inspiration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species that hits hard and breaks easily,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