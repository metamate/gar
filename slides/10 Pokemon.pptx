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91" r:id="rId48"/>
    <p:sldId id="292" r:id="rId49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Relationship Id="rId48" Type="http://schemas.openxmlformats.org/officeDocument/2006/relationships/slide" Target="slides/slide34.xml"/><Relationship Id="rId49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new species, save and load, a pause menu, mute, a health bar that listens, and two stretch ones.</a:t>
            </a:r>
          </a:p>
          <a:p>
            <a:r>
              <a:t>Mute is the Service Locator against Flappy’s Singleton. Ask afterwards: what happened to the music that was already playing?</a:t>
            </a:r>
          </a:p>
          <a:p>
            <a:r>
              <a:t>The listening bar is Observer for UI. Ask: where did you unsubscribe?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holds what in the finished Pokemon. The stack holds the states; the field and the battle each hold their part of the game data.</a:t>
            </a:r>
          </a:p>
          <a:p>
            <a:r>
              <a:t>The locator is the one global thing left. Ask: which boxes use it, and can you tell from the diagram?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session in one slide. Read each concern aloud and let the class give the answer before pointing at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species that hits hard and breaks easily,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pause menu on the stack, built from a Panel and a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Mute: swap the audio service while the game runs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health bar that listens to its monster, with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catching with a party menu, and types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Pokemon4 registers a real audio service. Game1 owns the stack and fills the locator.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66010" y="2246376"/>
            <a:ext cx="2286000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StateStack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many states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" y="3776472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Level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player and party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3030" y="3596640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383030" y="2831592"/>
            <a:ext cx="212598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0088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0884" y="3776472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Two Mons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and three bars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09010" y="3596640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0901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2686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Menus, messages, fades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pushed on top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09010" y="2831592"/>
            <a:ext cx="212598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509010" y="2066544"/>
            <a:ext cx="106299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52844" y="2246376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Locator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hands out services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2844" y="3011424"/>
            <a:ext cx="2016252" cy="56692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IAudio, tweens, assets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60970" y="2831592"/>
            <a:ext cx="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72000" y="2066544"/>
            <a:ext cx="3188970" cy="1615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Every state is given the stack, so any state can push and pop.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Seven concerns, and this session’s answer to each.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Screens on top of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state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17320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Menus, bars and text boxes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Reusable widgets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417320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 bar that follows the data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view observes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thing after another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Chains of tweens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395728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Species and monsters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Type Object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395728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Keeping progress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JSON, with a round-trip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3374136"/>
            <a:ext cx="2560320" cy="8412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Reaching shared services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Service Locator, null object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