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scenes and UI, with a state stack and GUI widgets.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GMDCore and the game.</a:t>
            </a:r>
          </a:p>
          <a:p>
            <a:r>
              <a:t>The rule: a class that talks about monsters or battles belongs to the game; one you could reuse belongs to GMDCore.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grass tiles and the trainer.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exactly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data, not objects: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exactly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 rather than a concrete class,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tweens, not in the states.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exactly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6" cy="35605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exactly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exactly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tweens: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Push and pop: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objects: what you need to rebuild the game, nothing more.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option: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