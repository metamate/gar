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2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10-pokemon)</a:t>
            </a:r>
          </a:p>
          <a:p>
            <a:r>
              <a:t>- Walkthrough in README.md</a:t>
            </a:r>
          </a:p>
          <a:p>
            <a:r>
              <a:t>- The game is built up in steps: Pokemon0 → Pokemon4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Pokemon4 is the finished game: explore it, and start the exercises from it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Push/Pop states</a:t>
            </a:r>
          </a:p>
          <a:p>
            <a:r>
              <a:t>  - Only the top state receives Update</a:t>
            </a:r>
          </a:p>
          <a:p>
            <a:r>
              <a:t>  - Though this could be changed if we wanted it to</a:t>
            </a:r>
          </a:p>
          <a:p>
            <a:r>
              <a:t>- All states draw, bottom to top</a:t>
            </a:r>
          </a:p>
          <a:p>
            <a:r>
              <a:t>  - States underneath stay visible</a:t>
            </a:r>
          </a:p>
          <a:p>
            <a:r>
              <a:t>  - Allows us to render multiple states at once</a:t>
            </a:r>
          </a:p>
          <a:p>
            <a:r>
              <a:t>- This lets us layer screens on top of each other</a:t>
            </a:r>
          </a:p>
          <a:p>
            <a:r>
              <a:t>  - Fade transitions — push a colour overlay on top, animate it, then pop</a:t>
            </a:r>
          </a:p>
          <a:p>
            <a:r>
              <a:t>  - Dialogue boxes — message state sits on top of the battle scene</a:t>
            </a:r>
          </a:p>
          <a:p>
            <a:r>
              <a:t>  - Battle phases — menu → turn → message, each pushes/pops independently</a:t>
            </a:r>
          </a:p>
          <a:p>
            <a:r>
              <a:t>- Example battle stack: PlayState → BattleState → BattleMenuState</a:t>
            </a:r>
          </a:p>
          <a:p>
            <a:r>
              <a:t>- Allows us to return back to states as they were when we left them</a:t>
            </a:r>
          </a:p>
          <a:p>
            <a:r>
              <a:t>  - Resuming from a battle where we left the field (PlayState)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Such system is often imported as an external library</a:t>
            </a:r>
          </a:p>
          <a:p>
            <a:r>
              <a:t>Safe to create tweens inside callbacks — new ones are queued and start next frame</a:t>
            </a:r>
          </a:p>
          <a:p/>
          <a:p>
            <a:r>
              <a:t>Talking points:</a:t>
            </a:r>
          </a:p>
          <a:p>
            <a:r>
              <a:t>- Smoothly changes a value over time (e.g. move a sprite from X=0 to X=100)</a:t>
            </a:r>
          </a:p>
          <a:p>
            <a:r>
              <a:t>- Three ways to use it:</a:t>
            </a:r>
          </a:p>
          <a:p>
            <a:r>
              <a:t>  - Tween — change a number from A to B over a set time</a:t>
            </a:r>
          </a:p>
          <a:p>
            <a:r>
              <a:t>  - After — wait N seconds, then run a method</a:t>
            </a:r>
          </a:p>
          <a:p>
            <a:r>
              <a:t>  - Every — repeat a method at a fixed interval (use .Limit to stop after N times)</a:t>
            </a:r>
          </a:p>
          <a:p>
            <a:r>
              <a:t>- Chaining: .Add() to animate multiple values at once, .Finish() to run code when done</a:t>
            </a:r>
          </a:p>
          <a:p>
            <a:r>
              <a:t>- Callbacks can also push/pop states or change game data</a:t>
            </a:r>
          </a:p>
          <a:p>
            <a:r>
              <a:t>- Accessed via Service Locator: Locator.Tweens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Short for "graphical user interface"</a:t>
            </a:r>
          </a:p>
          <a:p>
            <a:r>
              <a:t>- Common widgets and elements include</a:t>
            </a:r>
          </a:p>
          <a:p>
            <a:r>
              <a:t>- Panel</a:t>
            </a:r>
          </a:p>
          <a:p>
            <a:r>
              <a:t>  - White rectangle with a black border, used as a background for all UI boxes</a:t>
            </a:r>
          </a:p>
          <a:p>
            <a:r>
              <a:t>- ProgressBar</a:t>
            </a:r>
          </a:p>
          <a:p>
            <a:r>
              <a:t>  - A bar that fills based on current/max (used for HP and EXP)</a:t>
            </a:r>
          </a:p>
          <a:p>
            <a:r>
              <a:t>- Textbox</a:t>
            </a:r>
          </a:p>
          <a:p>
            <a:r>
              <a:t>  - Wraps text inside a Panel, advances pages when player presses Confirm</a:t>
            </a:r>
          </a:p>
          <a:p>
            <a:r>
              <a:t>- Selection / Menu</a:t>
            </a:r>
          </a:p>
          <a:p>
            <a:r>
              <a:t>  - A list of options, each with a label and an action to run</a:t>
            </a:r>
          </a:p>
          <a:p>
            <a:r>
              <a:t>  - Handles up/down navigation and cursor drawing — adding a new option is one line</a:t>
            </a:r>
          </a:p>
          <a:p>
            <a:r>
              <a:t>- And others.. (labels, scrollbars, etc..)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Two sets of coordinates per entity</a:t>
            </a:r>
          </a:p>
          <a:p>
            <a:r>
              <a:t>  - MapX/MapY (int) — which tile the entity is on (used for game logic)</a:t>
            </a:r>
          </a:p>
          <a:p>
            <a:r>
              <a:t>  - X/Y (float) — the pixel position on screen (smoothly tweened between tiles)</a:t>
            </a:r>
          </a:p>
          <a:p>
            <a:r>
              <a:t>- EntityWalkState — handles one step between tiles</a:t>
            </a:r>
          </a:p>
          <a:p>
            <a:r>
              <a:t>  - Snaps MapX/MapY to the new tile instantly, then tweens X/Y to catch up</a:t>
            </a:r>
          </a:p>
          <a:p>
            <a:r>
              <a:t>- PlayerWalkState — if a direction key is still held, starts another step; otherwise goes Idle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Level (Pokemon4/World/Level.cs)</a:t>
            </a:r>
          </a:p>
          <a:p>
            <a:r>
              <a:t>  - Two Tilemap layers: base terrain + tall grass</a:t>
            </a:r>
          </a:p>
          <a:p>
            <a:r>
              <a:t>  - Base terrain tile pattern is randomly generated</a:t>
            </a:r>
          </a:p>
          <a:p>
            <a:r>
              <a:t>- Random encounter check</a:t>
            </a:r>
          </a:p>
          <a:p>
            <a:r>
              <a:t>  - Runs each time the player ends a step in tall grass tiles</a:t>
            </a:r>
          </a:p>
          <a:p>
            <a:r>
              <a:t>  - A random roll decides if a battle starts (probability set in GameSettings)</a:t>
            </a:r>
          </a:p>
          <a:p>
            <a:r>
              <a:t>- Transition to battle:</a:t>
            </a:r>
          </a:p>
          <a:p>
            <a:r>
              <a:t>  - Stop field music → start battle music</a:t>
            </a:r>
          </a:p>
          <a:p>
            <a:r>
              <a:t>  - Fade to white → push BattleState → fade back in</a:t>
            </a:r>
          </a:p>
          <a:p>
            <a:r>
              <a:t>  - All done with push/pop on the state stack — no special-case code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BattleState</a:t>
            </a:r>
          </a:p>
          <a:p>
            <a:r>
              <a:t>  - Draws the battle scene: two sprites, HP/EXP bars, bottom panel</a:t>
            </a:r>
          </a:p>
          <a:p>
            <a:r>
              <a:t>  - Opening animation: both sprites slide in from opposite edges</a:t>
            </a:r>
          </a:p>
          <a:p>
            <a:r>
              <a:t>- BattleMenuState</a:t>
            </a:r>
          </a:p>
          <a:p>
            <a:r>
              <a:t>  - Shows the Fight / Run menu</a:t>
            </a:r>
          </a:p>
          <a:p>
            <a:r>
              <a:t>- TakeTurnState</a:t>
            </a:r>
          </a:p>
          <a:p>
            <a:r>
              <a:t>  - Runs one full battle round</a:t>
            </a:r>
          </a:p>
          <a:p>
            <a:r>
              <a:t>  - Faster Pokemon (higher Speed) attacks first</a:t>
            </a:r>
          </a:p>
          <a:p>
            <a:r>
              <a:t>  - Attack sequence: pause → lunge forward → hit sound → blink → HP bar drops</a:t>
            </a:r>
          </a:p>
          <a:p>
            <a:r>
              <a:t>  - Each step is a tween that triggers the next one when it finishes — no if/else chain</a:t>
            </a:r>
          </a:p>
          <a:p>
            <a:r>
              <a:t>- Flow: Menu → TakeTurn → (both alive?) → back to Menu, or → fade out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PokemonSpecies</a:t>
            </a:r>
          </a:p>
          <a:p>
            <a:r>
              <a:t>  - Defines a species: name, base stats, growth rates, sprite paths</a:t>
            </a:r>
          </a:p>
          <a:p>
            <a:r>
              <a:t>- Mon</a:t>
            </a:r>
          </a:p>
          <a:p>
            <a:r>
              <a:t>  - One actual Pokemon in the game</a:t>
            </a:r>
          </a:p>
          <a:p>
            <a:r>
              <a:t>  - Each level, every stat rolls a 6-sided die 3 times — higher growth rate = more likely to gain a point</a:t>
            </a:r>
          </a:p>
          <a:p>
            <a:r>
              <a:t>- Damage</a:t>
            </a:r>
          </a:p>
          <a:p>
            <a:r>
              <a:t>  - (Attack * move.BasePower / 10) - defender.Defense (minimum 1)</a:t>
            </a:r>
          </a:p>
          <a:p>
            <a:r>
              <a:t>- Experience:</a:t>
            </a:r>
          </a:p>
          <a:p>
            <a:r>
              <a:t>  - Beating a Pokemon gives EXP based on its growth rates × level</a:t>
            </a:r>
          </a:p>
          <a:p>
            <a:r>
              <a:t>  - LevelUp() returns how much each stat increased so the UI can show it</a:t>
            </a:r>
          </a:p>
          <a:p>
            <a:r>
              <a:t>- Party</a:t>
            </a:r>
          </a:p>
          <a:p>
            <a:r>
              <a:t>  - Holds your team of Mons; Party.Current is the one in battle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What is the flow of a single turn in battle?</a:t>
            </a:r>
          </a:p>
          <a:p>
            <a:r>
              <a:t>  - From choosing an action to showing the result</a:t>
            </a:r>
          </a:p>
          <a:p>
            <a:r>
              <a:t>- How are attacks and moves represented in the code?</a:t>
            </a:r>
          </a:p>
          <a:p>
            <a:r>
              <a:t>  - Where is damage calculated?</a:t>
            </a:r>
          </a:p>
          <a:p>
            <a:r>
              <a:t>- How does the game decide when a battle ends?</a:t>
            </a:r>
          </a:p>
          <a:p>
            <a:r>
              <a:t>  - What happens right after victory or defeat?</a:t>
            </a:r>
          </a:p>
          <a:p>
            <a:r>
              <a:t>- How are core RPG stats handled for a monster?</a:t>
            </a:r>
          </a:p>
          <a:p>
            <a:r>
              <a:t>  - HP, IV, level, attack, experience, etc..</a:t>
            </a:r>
          </a:p>
          <a:p>
            <a:r>
              <a:t>- What causes a monster to gain experience and level up</a:t>
            </a:r>
          </a:p>
          <a:p>
            <a:r>
              <a:t>  - How are stat increases applied?</a:t>
            </a:r>
          </a:p>
          <a:p>
            <a:r>
              <a:t>- How is a party of monsters modeled?</a:t>
            </a:r>
          </a:p>
          <a:p>
            <a:r>
              <a:t>  - How does the battle system use that party data?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XML -&gt; JSON</a:t>
            </a:r>
          </a:p>
          <a:p/>
          <a:p>
            <a:r>
              <a:t>Talking points:</a:t>
            </a:r>
          </a:p>
          <a:p>
            <a:r>
              <a:t>- Game data lives in JSON files, game logic lives in C#</a:t>
            </a:r>
          </a:p>
          <a:p>
            <a:r>
              <a:t>- Pokemon_definitions.json</a:t>
            </a:r>
          </a:p>
          <a:p>
            <a:r>
              <a:t>  - Species name, base stats, growth rates, sprite paths</a:t>
            </a:r>
          </a:p>
          <a:p>
            <a:r>
              <a:t>  - Loaded into C# objects using System.Text.Json</a:t>
            </a:r>
          </a:p>
          <a:p>
            <a:r>
              <a:t>- Entity_animations.json</a:t>
            </a:r>
          </a:p>
          <a:p>
            <a:r>
              <a:t>  - Animation name, which spritesheet frames to play, timing</a:t>
            </a:r>
          </a:p>
          <a:p>
            <a:r>
              <a:t>- The C# classes that receive this data use record types</a:t>
            </a:r>
          </a:p>
          <a:p>
            <a:r>
              <a:t>  - Small classes that just hold data</a:t>
            </a:r>
          </a:p>
          <a:p>
            <a:r>
              <a:t>- Adding a new Pokemon means editing a JSON file, not rewriting C# code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Start from Pokemon4, the finished game</a:t>
            </a:r>
          </a:p>
          <a:p>
            <a:r>
              <a:t>- Add a new species to pokemon_definitions.json</a:t>
            </a:r>
          </a:p>
          <a:p>
            <a:r>
              <a:t>  - Make it a glass cannon (high attack, low defense). Run the game and fight it</a:t>
            </a:r>
          </a:p>
          <a:p>
            <a:r>
              <a:t>- Add a "type" field (Fire/Water/Grass) to the JSON and PokemonSpecies.cs</a:t>
            </a:r>
          </a:p>
          <a:p>
            <a:r>
              <a:t>  - Verify the data loads correctly</a:t>
            </a:r>
          </a:p>
          <a:p>
            <a:r>
              <a:t>  - Make Mon attacks take defender type into account (super effective vs not very effective)</a:t>
            </a:r>
          </a:p>
          <a:p>
            <a:r>
              <a:t>- Save the player’s party and position to a JSON file</a:t>
            </a:r>
          </a:p>
          <a:p>
            <a:r>
              <a:t>  - Load it on startup if it exists</a:t>
            </a:r>
          </a:p>
          <a:p>
            <a:r>
              <a:t>  - Test it with a round trip in a Pokemon.Tests project: save, load, compare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Why not a singleton? This pattern lets you swap the real implementation for a fake one (useful for testing or if audio fails to load)</a:t>
            </a:r>
          </a:p>
          <a:p/>
          <a:p>
            <a:r>
              <a:t>Talking points:</a:t>
            </a:r>
          </a:p>
          <a:p>
            <a:r>
              <a:t>- Many classes need shared services (audio, tweens, assets)</a:t>
            </a:r>
          </a:p>
          <a:p>
            <a:r>
              <a:t>  - How do they find them?</a:t>
            </a:r>
          </a:p>
          <a:p>
            <a:r>
              <a:t>- Solution: Locator.cs — a static class that holds references to shared services</a:t>
            </a:r>
          </a:p>
          <a:p>
            <a:r>
              <a:t>  - Any class can call Locator.Audio.PlayHit() or Locator.Tweens.Tween(...)</a:t>
            </a:r>
          </a:p>
          <a:p>
            <a:r>
              <a:t>  - Services are registered once at startup: Locator.Provide(audioInstance)</a:t>
            </a:r>
          </a:p>
          <a:p>
            <a:r>
              <a:t>- Null object: before the real service is registered, a "do-nothing" version stands in</a:t>
            </a:r>
          </a:p>
          <a:p>
            <a:r>
              <a:t>  - NullAudio implements IAudio with empty methods — no null checks needed</a:t>
            </a:r>
          </a:p>
          <a:p>
            <a:r>
              <a:t>- MonoGame has Game.Services</a:t>
            </a:r>
          </a:p>
          <a:p>
            <a:r>
              <a:t>  - Just a generic dictionary</a:t>
            </a:r>
          </a:p>
          <a:p>
            <a:r>
              <a:t>  - E.g. Services.AddService&lt;IAudio&gt;(audio) and Services.GetService&lt;IAudio&gt;()</a:t>
            </a:r>
          </a:p>
          <a:p>
            <a:r>
              <a:t>  - … But not needed, as we roll our own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the students suggest answers before showing the next slide: save the field somewhere? Rebuild it? Keep it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Serialization: an object becomes text or bytes (e.g. JSON)</a:t>
            </a:r>
          </a:p>
          <a:p>
            <a:r>
              <a:t>  - Deserialization turns it back; loading the definitions is deserialization</a:t>
            </a:r>
          </a:p>
          <a:p>
            <a:r>
              <a:t>- Saving the game is the same, in reverse</a:t>
            </a:r>
          </a:p>
          <a:p>
            <a:r>
              <a:t>  - JsonSerializer.Serialize(saveData), then File.WriteAllText</a:t>
            </a:r>
          </a:p>
          <a:p>
            <a:r>
              <a:t>- Save data, not objects</a:t>
            </a:r>
          </a:p>
          <a:p>
            <a:r>
              <a:t>  - Species name, level, current HP; not textures or references to other objects</a:t>
            </a:r>
          </a:p>
          <a:p>
            <a:r>
              <a:t>  - A round-trip test catches a forgotten field: save, load, compare</a:t>
            </a:r>
          </a:p>
          <a:p>
            <a:r>
              <a:t>- Exercise: save the party and position to JSON, and load it on startup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1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88" y="1093999"/>
            <a:ext cx="6329820" cy="35605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No flags, no frame counters, no if/else chain: the timing lives in the tween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(IVs),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31520" y="3017520"/>
            <a:ext cx="7498079" cy="8229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39319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"Agnite",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"hpIV":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