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3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9.xml"/><Relationship Id="rId4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No flags, no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11: a release build on itch.io and a README. A save round-trip is a good first test for a project.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88" y="1093999"/>
            <a:ext cx="6329820" cy="3560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No flags, no frame counters, no if/else chain: the timing lives in the tween system.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"hpIV":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