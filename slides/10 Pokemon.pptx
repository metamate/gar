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8" Type="http://schemas.openxmlformats.org/officeDocument/2006/relationships/image" Target="../media/image19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5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8976" y="1364730"/>
            <a:ext cx="2861056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13" descr="f1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280160"/>
            <a:ext cx="5120638" cy="2880358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option,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