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tweens, not in the states.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exactly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