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that is the point of the split.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 not the whole game.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That is the next step, undo.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exactly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sokoban.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