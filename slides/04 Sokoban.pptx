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20" r:id="rId33"/>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19" r:id="rId55"/>
    <p:sldId id="307" r:id="rId66"/>
    <p:sldId id="308" r:id="rId67"/>
    <p:sldId id="318" r:id="rId54"/>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3" Type="http://schemas.openxmlformats.org/officeDocument/2006/relationships/slide" Target="slides/slide4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the four panels. Undo moves the top command to the undone stack; redo moves it back.</a:t>
            </a:r>
          </a:p>
          <a:p>
            <a:r>
              <a:t>Ask: why is C dropped when D is made? Answer: C was made for a level that no longer exists.</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After a walk and after a push the player stands on the same cell. The level alone cannot tell which happened.</a:t>
            </a:r>
          </a:p>
          <a:p>
            <a:r>
              <a:t>Ask: what must the command keep to undo itself? Answer: whether it pushed a box (the MoveResult).</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move looks at two cells: the next one, and the one behind it. Three outcomes: walked, pushed, blocked.</a:t>
            </a:r>
          </a:p>
          <a:p>
            <a:r>
              <a:t>Ask: which of the three becomes a command later? Answer: walked and pushed. A blocked move changes nothing.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okoban.gif"/>
          <p:cNvPicPr>
            <a:picLocks noChangeAspect="1"/>
          </p:cNvPicPr>
          <p:nvPr/>
        </p:nvPicPr>
        <p:blipFill>
          <a:blip r:embed="rId3"/>
          <a:stretch>
            <a:fillRect/>
          </a:stretch>
        </p:blipFill>
        <p:spPr>
          <a:xfrm>
            <a:off x="2642135" y="1531275"/>
            <a:ext cx="3859729"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Undo and Redo, Step by Step</a:t>
            </a:r>
            <a:endParaRPr/>
          </a:p>
        </p:txBody>
      </p:sp>
      <p:pic>
        <p:nvPicPr>
          <p:cNvPr id="3" name="Picture 2" descr="undo-stacks.png"/>
          <p:cNvPicPr>
            <a:picLocks noChangeAspect="1"/>
          </p:cNvPicPr>
          <p:nvPr/>
        </p:nvPicPr>
        <p:blipFill>
          <a:blip r:embed="rId2"/>
          <a:stretch>
            <a:fillRect/>
          </a:stretch>
        </p:blipFill>
        <p:spPr>
          <a:xfrm>
            <a:off x="594360" y="1051560"/>
            <a:ext cx="7955279" cy="3977639"/>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What a Command Remembers</a:t>
            </a:r>
            <a:endParaRPr/>
          </a:p>
        </p:txBody>
      </p:sp>
      <p:pic>
        <p:nvPicPr>
          <p:cNvPr id="3" name="Picture 2" descr="remember.png"/>
          <p:cNvPicPr>
            <a:picLocks noChangeAspect="1"/>
          </p:cNvPicPr>
          <p:nvPr/>
        </p:nvPicPr>
        <p:blipFill>
          <a:blip r:embed="rId2"/>
          <a:stretch>
            <a:fillRect/>
          </a:stretch>
        </p:blipFill>
        <p:spPr>
          <a:xfrm>
            <a:off x="320039" y="1051560"/>
            <a:ext cx="8503920" cy="35433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Rules of a Move</a:t>
            </a:r>
            <a:endParaRPr/>
          </a:p>
        </p:txBody>
      </p:sp>
      <p:pic>
        <p:nvPicPr>
          <p:cNvPr id="3" name="Picture 2" descr="push-rule.png"/>
          <p:cNvPicPr>
            <a:picLocks noChangeAspect="1"/>
          </p:cNvPicPr>
          <p:nvPr/>
        </p:nvPicPr>
        <p:blipFill>
          <a:blip r:embed="rId2"/>
          <a:stretch>
            <a:fillRect/>
          </a:stretch>
        </p:blipFill>
        <p:spPr>
          <a:xfrm>
            <a:off x="320039" y="1051560"/>
            <a:ext cx="8503920" cy="389763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