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292" r:id="rId42"/>
    <p:sldId id="293" r:id="rId52"/>
    <p:sldId id="310"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6.xml"/><Relationship Id="rId42" Type="http://schemas.openxmlformats.org/officeDocument/2006/relationships/slide" Target="slides/slide34.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5.xml"/><Relationship Id="rId53" Type="http://schemas.openxmlformats.org/officeDocument/2006/relationships/slide" Target="slides/slide37.xml"/><Relationship Id="rId55" Type="http://schemas.openxmlformats.org/officeDocument/2006/relationships/slide" Target="slides/slide38.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the Command pattern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Command pattern, and undo.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that is the point of the split.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Milestone today: groups, concept, repository link on itslearning. Next, by session 06: a playable core loop and a first class diagram.</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 not the whole game.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That is the next step, undo.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exactly one player, as many goals as boxes, walls all round, and every box able to reach a goal.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sokoban.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Milestone by today</a:t>
            </a:r>
            <a:endParaRPr/>
          </a:p>
          <a:p>
            <a:pPr indent="-317500" lvl="1" marL="914400" rtl="0" algn="l">
              <a:spcBef>
                <a:spcPts val="0"/>
              </a:spcBef>
              <a:spcAft>
                <a:spcPts val="0"/>
              </a:spcAft>
              <a:buSzPts val="1400"/>
              <a:buChar char="○"/>
            </a:pPr>
            <a:r>
              <a:rPr lang="en"/>
              <a:t>Groups formed and game concept written</a:t>
            </a:r>
            <a:endParaRPr/>
          </a:p>
          <a:p>
            <a:pPr indent="-317500" lvl="1" marL="914400" rtl="0" algn="l">
              <a:spcBef>
                <a:spcPts val="0"/>
              </a:spcBef>
              <a:spcAft>
                <a:spcPts val="0"/>
              </a:spcAft>
              <a:buSzPts val="1400"/>
              <a:buChar char="○"/>
            </a:pPr>
            <a:r>
              <a:rPr lang="en"/>
              <a:t>Repository created from the gar-starter template</a:t>
            </a:r>
            <a:endParaRPr/>
          </a:p>
          <a:p>
            <a:pPr indent="-317500" lvl="1" marL="914400" rtl="0" algn="l">
              <a:spcBef>
                <a:spcPts val="0"/>
              </a:spcBef>
              <a:spcAft>
                <a:spcPts val="0"/>
              </a:spcAft>
              <a:buSzPts val="1400"/>
              <a:buChar char="○"/>
            </a:pPr>
            <a:r>
              <a:rPr lang="en"/>
              <a:t>Repository link uploaded to itslearning</a:t>
            </a:r>
            <a:endParaRPr/>
          </a:p>
          <a:p>
            <a:pPr indent="-330200" lvl="0" marL="457200" rtl="0" algn="l">
              <a:spcBef>
                <a:spcPts val="0"/>
              </a:spcBef>
              <a:spcAft>
                <a:spcPts val="0"/>
              </a:spcAft>
              <a:buSzPts val="1600"/>
              <a:buChar char="●"/>
            </a:pPr>
            <a:r>
              <a:rPr lang="en"/>
              <a:t>Next milestone, by session 06</a:t>
            </a:r>
            <a:endParaRPr/>
          </a:p>
          <a:p>
            <a:pPr indent="-317500" lvl="1" marL="914400" rtl="0" algn="l">
              <a:spcBef>
                <a:spcPts val="0"/>
              </a:spcBef>
              <a:spcAft>
                <a:spcPts val="0"/>
              </a:spcAft>
              <a:buSzPts val="1400"/>
              <a:buChar char="○"/>
            </a:pPr>
            <a:r>
              <a:rPr lang="en"/>
              <a:t>A playable core loop and a first class diagram</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