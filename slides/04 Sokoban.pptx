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302" r:id="rId61"/>
    <p:sldId id="278" r:id="rId28"/>
    <p:sldId id="279" r:id="rId29"/>
    <p:sldId id="303" r:id="rId62"/>
    <p:sldId id="304" r:id="rId63"/>
    <p:sldId id="305" r:id="rId64"/>
    <p:sldId id="280" r:id="rId30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42" Type="http://schemas.openxmlformats.org/officeDocument/2006/relationships/slide" Target="slides/slide3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54230080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5423008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is a behavioral design pattern that turns a request into a stand-alone object that contains all information about the request. This transformation lets you pass requests as a method arguments, delay or queue a request’s execution, and support undoable operations.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cbd7a28ff6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cbd7a28ff6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cbd7a28ff6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cbd7a28ff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bd7a28ff6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bd7a28ff6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b190ae9b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b190ae9b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cbd7a28ff6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cbd7a28ff6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bd7a28ff6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bd7a28ff6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cb190ae9b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cb190ae9b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bd7a28ff6_0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bd7a28ff6_0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bd7a28ff6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bd7a28ff6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4-sokoban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04: Sokoban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7201" y="1531275"/>
            <a:ext cx="5789598" cy="325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Rules Apart From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Testable Rules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Command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Undo &amp; Redo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04-sokoban)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Sokoban0 → Sokoban5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Sokoban5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5688" y="813790"/>
            <a:ext cx="6512616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Problem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832400" y="1782800"/>
            <a:ext cx="3999900" cy="178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FireGun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SwapWeapon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Lurch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 rotWithShape="1">
          <a:blip r:embed="rId3">
            <a:alphaModFix/>
          </a:blip>
          <a:srcRect b="0" l="8498" r="28649" t="0"/>
          <a:stretch/>
        </p:blipFill>
        <p:spPr>
          <a:xfrm>
            <a:off x="144975" y="1782788"/>
            <a:ext cx="4512576" cy="22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48" name="Google Shape;148;p24"/>
          <p:cNvPicPr preferRelativeResize="0"/>
          <p:nvPr/>
        </p:nvPicPr>
        <p:blipFill rotWithShape="1">
          <a:blip r:embed="rId3">
            <a:alphaModFix/>
          </a:blip>
          <a:srcRect b="0" l="6367" r="5074" t="0"/>
          <a:stretch/>
        </p:blipFill>
        <p:spPr>
          <a:xfrm>
            <a:off x="1126375" y="1319825"/>
            <a:ext cx="6993449" cy="267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4"/>
          <p:cNvSpPr txBox="1"/>
          <p:nvPr/>
        </p:nvSpPr>
        <p:spPr>
          <a:xfrm>
            <a:off x="2684550" y="4402100"/>
            <a:ext cx="3774900" cy="4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“A command is a reified method call.”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55" name="Google Shape;15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613" y="824490"/>
            <a:ext cx="8140770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11700" y="1463400"/>
            <a:ext cx="3039000" cy="1108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3564450" y="1463400"/>
            <a:ext cx="5139600" cy="313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FireCommand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LurchCommand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SwapCommand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69CD6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63" name="Google Shape;163;p26"/>
          <p:cNvSpPr txBox="1"/>
          <p:nvPr>
            <p:ph idx="1" type="body"/>
          </p:nvPr>
        </p:nvSpPr>
        <p:spPr>
          <a:xfrm>
            <a:off x="311700" y="2749300"/>
            <a:ext cx="3039000" cy="1848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69" name="Google Shape;16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011440"/>
            <a:ext cx="8839199" cy="16148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75" name="Google Shape;17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28340"/>
            <a:ext cx="8839201" cy="2286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Usage</a:t>
            </a:r>
            <a:endParaRPr/>
          </a:p>
        </p:txBody>
      </p:sp>
      <p:sp>
        <p:nvSpPr>
          <p:cNvPr id="181" name="Google Shape;181;p29"/>
          <p:cNvSpPr txBox="1"/>
          <p:nvPr>
            <p:ph idx="1" type="body"/>
          </p:nvPr>
        </p:nvSpPr>
        <p:spPr>
          <a:xfrm>
            <a:off x="311700" y="885950"/>
            <a:ext cx="1263900" cy="10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Undo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Redo</a:t>
            </a:r>
            <a:endParaRPr/>
          </a:p>
        </p:txBody>
      </p:sp>
      <p:pic>
        <p:nvPicPr>
          <p:cNvPr id="182" name="Google Shape;18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4950" y="322075"/>
            <a:ext cx="3864576" cy="217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175" y="2765500"/>
            <a:ext cx="3864576" cy="2173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24950" y="2765501"/>
            <a:ext cx="3864576" cy="2173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6" name="Google Shape;19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7287" y="1418650"/>
            <a:ext cx="4289425" cy="310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4150" y="1958750"/>
            <a:ext cx="7015700" cy="1753925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Command Pattern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Sokoban3 → Sokoban4 → Sokoban5: commands, undo &amp; redo, the whole game</a:t>
            </a:r>
            <a:endParaRPr sz="18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Sokoban5,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level: design level8.txt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it solvable? How do you know?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 first: boxes can’t be pushed onto ice (~)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the tests before the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Replay: when a level is solved, replay the solution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command every 200 ms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Commands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Restart as a command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R a command too, so a restart can be undone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must it remember?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Stretch: snapshot undo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Replace CommandHistory with a history of Level snapshots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Compare: code, memory, and how easy each is to get wrong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rules could be separated from drawing and input, and tested?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undo, replays or queued actions be useful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actions would become commands, and what would each remember?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your levels, or part of them, be data files?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Groups formed and game concept written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Repository created from the gar-starter template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Repository link uploaded to itslearning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 and a first class diagram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Levels as Data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levels have been text for decades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$ box   . goal   @ player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* box on a goal   + player on a goal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Small, readable, easy to edit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Copied as they are, and read by our own code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Sokoban0 draws the text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But then the text is the only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level1.txt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     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 @$ 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     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Builder.cs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content.IncludeCopy&lt;WildcardRule&gt;("*.txt");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Game1.cs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using Stream stream = TitleContainer.OpenStream(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Path.Combine(Content.RootDirectory,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 "levels/level1.txt"));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Levels as Data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Sokoban0: a level file, drawn character by character</a:t>
            </a:r>
            <a:endParaRPr sz="18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Rules Apart From Drawing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Level: the state and the rules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Walls, goals, boxes, the player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No textures, no keys, no screen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LevelView: draws a level, never changes it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Which way the player faces is only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part changes on its own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New art: LevelView. New rule: Level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MoveResult Move(Point direction)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(!CanMove(direction))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MoveResult.Blocked;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Player += direction;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(HasBox(Player))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_boxes.Remove(Player);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_boxes.Add(Player + 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MoveResult.Pushed;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MoveResult.Walked;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bool IsSolved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_boxes.All(_goals.Contains);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Testable Rules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Level needs no window, no graphics, no content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creates one from a string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Sokoban2.Tests: an xUnit project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dotnet test Sokoban2.Tests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Milliseconds, and the same check every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Refactoring gets safer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Rules inside Game1.Update can’t be tested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const string Corridor = """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# @$ 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""";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Walking_into_a_box_pushes_it()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Level level = Level.Parse(Corridor);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Assert.Equal(MoveResult.Pushed,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level.Move(Direction.Right));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Point(3, 1), level.Player);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Assert.Equal([new Point(4, 1)], level.Boxes);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Rules &amp; Tests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Sokoban1 → Sokoban2: Level, LevelView and the first tests</a:t>
            </a:r>
            <a:endParaRPr sz="180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Moves as Commands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move becomes a MoveCommand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Only moves that change something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Walking into a wall is not a move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Sokoban3 keeps a list, to count the moves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move that is an object can be kept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Queued, logged, replayed, sent, undone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GameController: keys →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command: what the game does with one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MoveCommand(Level level,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direction) : ICommand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Execute()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level.Move(direction);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Game1.cs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(!_level.CanMove(direction))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ICommand command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MoveCommand(_level, 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command.Execute();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_moves.Add(command);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Undoable Moves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command must reverse exactly what it did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Moving the player back is not enough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push must pull the box back too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MoveCommand remembers the MoveResult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private MoveResult _result;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Execute()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_result = level.Move(direction);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Undo()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level.UndoMove(direction, _result);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Level.cs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UndoMove(Point direction,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     MoveResult result)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(result == MoveResult.Pushed)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_boxes.Remove(Player + 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_boxes.Add(Player);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(result != MoveResult.Blocked)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Player -= direction;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History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Two stacks: done and undone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Z undoes, Y redoes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command clears the redo stack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undone moves belong to another future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move counter is the undo stack’s size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Execute(ICommand command)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command.Execute();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_done.Push(command);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_undone.Clear();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Undo()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(_done.TryPop(out ICommand command))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command.Undo();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_undone.Push(command);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Redo: the same, the other way around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Two Ways to Undo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Reverse the command (as in Sokoban4)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command knows its own opposite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Cheap, but every undo must be exactly right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snapshots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Copy the state before each command, restore it to undo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Simple and always correct, but costs memory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Sokoban’s state is small: both work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 a large world, only the changes are worth storing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