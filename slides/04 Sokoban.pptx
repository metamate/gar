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317" r:id="rId34"/>
    <p:sldId id="316" r:id="rId35"/>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8.xml"/><Relationship Id="rId42" Type="http://schemas.openxmlformats.org/officeDocument/2006/relationships/slide" Target="slides/slide36.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7.xml"/><Relationship Id="rId53" Type="http://schemas.openxmlformats.org/officeDocument/2006/relationships/slide" Target="slides/slide39.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command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command and undo. Before we get there we load levels from text, keep the rules apart from the drawing, and write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and that is why the split was made.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Game1 needs using System.Collections.Generic and Microsoft.Xna.Framework.Input.</a:t>
            </a:r>
          </a:p>
          <a:p>
            <a:r>
              <a:t>The swap: (_moveKeys[Keys.Up], _moveKeys[Keys.Down]) = (_moveKeys[Keys.Down], _moveKeys[Keys.Up]). Only the dictionary changed: Level, MoveCommand and the history never knew which key was pressed.</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Undo comes next.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one player, as many goals as boxes, walls all round, and every box able to reach a goal.</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other half of Command: configuring input. The book’s first example is a button that holds a command object.</a:t>
            </a:r>
          </a:p>
          <a:p>
            <a:r>
              <a:t>Ask: why not keep one MoveCommand per key and execute it again? The history must keep each move to undo it, so each press needs its own object. The book says the same: with undo, the input handler hands out new commands.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sokoban.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44144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Command and undo</a:t>
            </a:r>
            <a:endParaRPr/>
          </a:p>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be able to reverse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Commands and Input</a:t>
            </a:r>
            <a:endParaRPr/>
          </a:p>
        </p:txBody>
      </p:sp>
      <p:sp>
        <p:nvSpPr>
          <p:cNvPr id="3" name="Text Placeholder 2"/>
          <p:cNvSpPr>
            <a:spLocks noGrp="1"/>
          </p:cNvSpPr>
          <p:nvPr>
            <p:ph type="body" idx="1"/>
          </p:nvPr>
        </p:nvSpPr>
        <p:spPr>
          <a:xfrm>
            <a:off x="311700" y="885950"/>
            <a:ext cx="8520600" cy="2057400"/>
          </a:xfrm>
        </p:spPr>
        <p:txBody>
          <a:bodyPr/>
          <a:lstStyle/>
          <a:p>
            <a:pPr indent="-330200" lvl="0" marL="457200" rtl="0" algn="l">
              <a:spcBef>
                <a:spcPts val="0"/>
              </a:spcBef>
              <a:spcAft>
                <a:spcPts val="0"/>
              </a:spcAft>
              <a:buSzPts val="1600"/>
              <a:buChar char="●"/>
            </a:pPr>
            <a:r>
              <a:rPr lang="en"/>
              <a:t>Game Programming Patterns starts the chapter with input: each button holds a command</a:t>
            </a:r>
            <a:endParaRPr/>
          </a:p>
          <a:p>
            <a:pPr indent="-330200" lvl="0" marL="457200" rtl="0" algn="l">
              <a:spcBef>
                <a:spcPts val="0"/>
              </a:spcBef>
              <a:spcAft>
                <a:spcPts val="0"/>
              </a:spcAft>
              <a:buSzPts val="1600"/>
              <a:buChar char="●"/>
            </a:pPr>
            <a:r>
              <a:rPr lang="en"/>
              <a:t>Rebinding: give the button a different one</a:t>
            </a:r>
            <a:endParaRPr/>
          </a:p>
          <a:p>
            <a:pPr indent="-330200" lvl="0" marL="457200" rtl="0" algn="l">
              <a:spcBef>
                <a:spcPts val="0"/>
              </a:spcBef>
              <a:spcAft>
                <a:spcPts val="0"/>
              </a:spcAft>
              <a:buSzPts val="1600"/>
              <a:buChar char="●"/>
            </a:pPr>
            <a:r>
              <a:rPr lang="en"/>
              <a:t>Our GameController names actions, but the mapping is code</a:t>
            </a:r>
            <a:endParaRPr/>
          </a:p>
          <a:p>
            <a:pPr indent="-330200" lvl="0" marL="457200" rtl="0" algn="l">
              <a:spcBef>
                <a:spcPts val="0"/>
              </a:spcBef>
              <a:spcAft>
                <a:spcPts val="0"/>
              </a:spcAft>
              <a:buSzPts val="1600"/>
              <a:buChar char="●"/>
            </a:pPr>
            <a:r>
              <a:rPr lang="en"/>
              <a:t>As data (a dictionary), it can change while the game runs</a:t>
            </a:r>
            <a:endParaRPr/>
          </a:p>
          <a:p>
            <a:pPr indent="-330200" lvl="0" marL="457200" rtl="0" algn="l">
              <a:spcBef>
                <a:spcPts val="0"/>
              </a:spcBef>
              <a:spcAft>
                <a:spcPts val="0"/>
              </a:spcAft>
              <a:buSzPts val="1600"/>
              <a:buChar char="●"/>
            </a:pPr>
            <a:r>
              <a:rPr lang="en"/>
              <a:t>Each press still makes a new MoveCommand: each move is undone on its own</a:t>
            </a:r>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Swap Two Keys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Sokoban4, HandleInput:</a:t>
            </a:r>
            <a:endParaRPr/>
          </a:p>
          <a:p>
            <a:pPr indent="-330200" lvl="0" marL="457200" rtl="0" algn="l">
              <a:spcBef>
                <a:spcPts val="0"/>
              </a:spcBef>
              <a:spcAft>
                <a:spcPts val="0"/>
              </a:spcAft>
              <a:buSzPts val="1600"/>
              <a:buChar char="●"/>
            </a:pPr>
            <a:r>
              <a:rPr lang="en"/>
              <a:t>Replace the four move lines with a Keys → direction dictionary</a:t>
            </a:r>
            <a:endParaRPr/>
          </a:p>
          <a:p>
            <a:pPr indent="-330200" lvl="0" marL="457200" rtl="0" algn="l">
              <a:spcBef>
                <a:spcPts val="0"/>
              </a:spcBef>
              <a:spcAft>
                <a:spcPts val="0"/>
              </a:spcAft>
              <a:buSzPts val="1600"/>
              <a:buChar char="●"/>
            </a:pPr>
            <a:r>
              <a:rPr lang="en"/>
              <a:t>Add a key that swaps the up and down bindings while you play</a:t>
            </a:r>
            <a:endParaRPr/>
          </a:p>
          <a:p>
            <a:pPr indent="-330200" lvl="0" marL="457200" rtl="0" algn="l">
              <a:spcBef>
                <a:spcPts val="0"/>
              </a:spcBef>
              <a:spcAft>
                <a:spcPts val="0"/>
              </a:spcAft>
              <a:buSzPts val="1600"/>
              <a:buChar char="●"/>
            </a:pPr>
            <a:r>
              <a:rPr lang="en"/>
              <a:t>What changed, and what didn’t need to know?</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