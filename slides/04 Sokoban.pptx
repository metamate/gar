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299" r:id="rId58"/>
    <p:sldId id="300" r:id="rId59"/>
    <p:sldId id="301" r:id="rId60"/>
    <p:sldId id="302" r:id="rId61"/>
    <p:sldId id="303" r:id="rId62"/>
    <p:sldId id="304" r:id="rId63"/>
    <p:sldId id="305" r:id="rId64"/>
    <p:sldId id="269" r:id="rId19"/>
    <p:sldId id="270" r:id="rId20"/>
    <p:sldId id="271" r:id="rId21"/>
    <p:sldId id="272" r:id="rId22"/>
    <p:sldId id="273" r:id="rId23"/>
    <p:sldId id="274" r:id="rId24"/>
    <p:sldId id="275" r:id="rId25"/>
    <p:sldId id="276" r:id="rId26"/>
    <p:sldId id="306" r:id="rId65"/>
    <p:sldId id="278" r:id="rId28"/>
    <p:sldId id="279" r:id="rId29"/>
    <p:sldId id="307" r:id="rId66"/>
    <p:sldId id="308" r:id="rId67"/>
    <p:sldId id="309" r:id="rId68"/>
    <p:sldId id="280" r:id="rId30"/>
    <p:sldId id="292" r:id="rId42"/>
    <p:sldId id="293" r:id="rId52"/>
    <p:sldId id="310"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9.xml"/><Relationship Id="rId40" Type="http://schemas.openxmlformats.org/officeDocument/2006/relationships/slide" Target="slides/slide2.xml"/><Relationship Id="rId41" Type="http://schemas.openxmlformats.org/officeDocument/2006/relationships/slide" Target="slides/slide32.xml"/><Relationship Id="rId42" Type="http://schemas.openxmlformats.org/officeDocument/2006/relationships/slide" Target="slides/slide30.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1.xml"/><Relationship Id="rId53" Type="http://schemas.openxmlformats.org/officeDocument/2006/relationships/slide" Target="slides/slide33.xml"/><Relationship Id="rId55" Type="http://schemas.openxmlformats.org/officeDocument/2006/relationships/slide" Target="slides/slide34.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0.xml"/><Relationship Id="rId61" Type="http://schemas.openxmlformats.org/officeDocument/2006/relationships/slide" Target="slides/slide11.xml"/><Relationship Id="rId62" Type="http://schemas.openxmlformats.org/officeDocument/2006/relationships/slide" Target="slides/slide12.xml"/><Relationship Id="rId63" Type="http://schemas.openxmlformats.org/officeDocument/2006/relationships/slide" Target="slides/slide13.xml"/><Relationship Id="rId64" Type="http://schemas.openxmlformats.org/officeDocument/2006/relationships/slide" Target="slides/slide14.xml"/><Relationship Id="rId65" Type="http://schemas.openxmlformats.org/officeDocument/2006/relationships/slide" Target="slides/slide23.xml"/><Relationship Id="rId66" Type="http://schemas.openxmlformats.org/officeDocument/2006/relationships/slide" Target="slides/slide26.xml"/><Relationship Id="rId67" Type="http://schemas.openxmlformats.org/officeDocument/2006/relationships/slide" Target="slides/slide27.xml"/><Relationship Id="rId6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Milestone today: groups, concept, repository link on itslearning. Next, by session 06: a playable core loop and a first class diagram.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everyone should write two tests and watch one fail.</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l2.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Your first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Milestone by today</a:t>
            </a:r>
            <a:endParaRPr/>
          </a:p>
          <a:p>
            <a:pPr indent="-317500" lvl="1" marL="914400" rtl="0" algn="l">
              <a:spcBef>
                <a:spcPts val="0"/>
              </a:spcBef>
              <a:spcAft>
                <a:spcPts val="0"/>
              </a:spcAft>
              <a:buSzPts val="1400"/>
              <a:buChar char="○"/>
            </a:pPr>
            <a:r>
              <a:rPr lang="en"/>
              <a:t>Groups formed and game concept written</a:t>
            </a:r>
            <a:endParaRPr/>
          </a:p>
          <a:p>
            <a:pPr indent="-317500" lvl="1" marL="914400" rtl="0" algn="l">
              <a:spcBef>
                <a:spcPts val="0"/>
              </a:spcBef>
              <a:spcAft>
                <a:spcPts val="0"/>
              </a:spcAft>
              <a:buSzPts val="1400"/>
              <a:buChar char="○"/>
            </a:pPr>
            <a:r>
              <a:rPr lang="en"/>
              <a:t>Repository created from the gar-starter template</a:t>
            </a:r>
            <a:endParaRPr/>
          </a:p>
          <a:p>
            <a:pPr indent="-317500" lvl="1" marL="914400" rtl="0" algn="l">
              <a:spcBef>
                <a:spcPts val="0"/>
              </a:spcBef>
              <a:spcAft>
                <a:spcPts val="0"/>
              </a:spcAft>
              <a:buSzPts val="1400"/>
              <a:buChar char="○"/>
            </a:pPr>
            <a:r>
              <a:rPr lang="en"/>
              <a:t>Repository link uploaded to itslearning</a:t>
            </a:r>
            <a:endParaRPr/>
          </a:p>
          <a:p>
            <a:pPr indent="-330200" lvl="0" marL="457200" rtl="0" algn="l">
              <a:spcBef>
                <a:spcPts val="0"/>
              </a:spcBef>
              <a:spcAft>
                <a:spcPts val="0"/>
              </a:spcAft>
              <a:buSzPts val="1600"/>
              <a:buChar char="●"/>
            </a:pPr>
            <a:r>
              <a:rPr lang="en"/>
              <a:t>Next milestone, by session 06</a:t>
            </a:r>
            <a:endParaRPr/>
          </a:p>
          <a:p>
            <a:pPr indent="-317500" lvl="1" marL="914400" rtl="0" algn="l">
              <a:spcBef>
                <a:spcPts val="0"/>
              </a:spcBef>
              <a:spcAft>
                <a:spcPts val="0"/>
              </a:spcAft>
              <a:buSzPts val="1400"/>
              <a:buChar char="○"/>
            </a:pPr>
            <a:r>
              <a:rPr lang="en"/>
              <a:t>A playable core loop and a first class diagram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