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269" r:id="rId19"/>
    <p:sldId id="270" r:id="rId20"/>
    <p:sldId id="271" r:id="rId21"/>
    <p:sldId id="272" r:id="rId22"/>
    <p:sldId id="273" r:id="rId23"/>
    <p:sldId id="274" r:id="rId24"/>
    <p:sldId id="275" r:id="rId25"/>
    <p:sldId id="276" r:id="rId26"/>
    <p:sldId id="306" r:id="rId65"/>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8.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22.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everyone should write two tests and watch one fail.</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Your first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