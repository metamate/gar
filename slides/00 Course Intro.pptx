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26" Type="http://schemas.openxmlformats.org/officeDocument/2006/relationships/slide" Target="slides/slide10.xml"/><Relationship Id="rId27" Type="http://schemas.openxmlformats.org/officeDocument/2006/relationships/slide" Target="slides/slide1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session has one main topic and a few patterns that go with it. The overview page lists both.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overview page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overview,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overview,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