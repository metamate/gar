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 problem every game runs into, and the patterns that solve it. The schedule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schedule,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schedule,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