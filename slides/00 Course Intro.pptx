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7" r:id="rId26"/>
    <p:sldId id="265" r:id="rId15"/>
    <p:sldId id="266" r:id="rId16"/>
    <p:sldId id="268" r:id="rId27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26" Type="http://schemas.openxmlformats.org/officeDocument/2006/relationships/slide" Target="slides/slide10.xml"/><Relationship Id="rId27" Type="http://schemas.openxmlformats.org/officeDocument/2006/relationships/slide" Target="slides/slide13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 Then Pong.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out the patterns: each session has one main topic, and most are a named pattern.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schedule on the site lists each session’s topics.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site. Dates and hand-ins come through itslearning.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site.</a:t>
            </a:r>
          </a:p>
          <a:p>
            <a:r>
              <a:t>Say: your project is your exam material. Every session, ask where the 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session has the same rhythm: a short demo of one step, then a few minutes in pairs on it, and again.</a:t>
            </a:r>
          </a:p>
          <a:p>
            <a:r>
              <a:t>The exercises at the end are on the site, with full instructions.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site and show the schedule, the project page and the exam page. Then gar-games and the starter template.</a:t>
            </a:r>
          </a:p>
          <a:p>
            <a:r>
              <a:t>Then Pong.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Intro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Games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74573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Angry Birds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 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a Session Runs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classic game, one main topic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Short demos, each followed by a try-it in pairs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Exercises at the end, from the course site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site has every topic in full: no need to copy slides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small 2D game, in a group of 1–3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Organized with the course’s patterns and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the gar-starter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requirements and milestones: the project page on the course site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 pool is on the course 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Things Are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sessions, schedule, project and exam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gar-games: the code for every game, one step per concept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gar-starter: the template for your project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Programming Patterns: the book, free online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