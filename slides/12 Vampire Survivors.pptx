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314" r:id="rId73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Relationship Id="rId7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12-vampire-survivor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12: Vampire Survivors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vs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Partitioning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an Optimization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to Optimize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Course Recap (last lesson)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12-vampire-survivors)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Survivors0 → Survivors4, and tests in Survivors.Tests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Survivors4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Enemies as Objects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List&lt;Enemy&gt;, as we’ve always 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Enemies push each other apart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 enemy against every other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Weapons ask: nearest? inside the aura?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question looks at every enemy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Space: a thousand more. It crawls. Why?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Separate()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i = 0; i &lt; _enemies.Count;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j = i + 1;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j &lt; _enemies.Count; j++)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Push(_enemies[i], _enemies[j]);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Survivors0: press Space until it slows down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where the time goes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Before changing anything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Time each part of a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struct scope: measuring allocates nothing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And count allocations and GCs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LINQ allocates every call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a Release build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(_profiler.Measure("Move"))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_swarm.Move(dt, _player.Position);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(_profiler.Measure("Separate"))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_swarm.Separate();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Profiler.cs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Scope Measure(string name)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new(this, name, Stopwatch.GetTimestamp());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the Time Goes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Separate: almost all of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+ separate, per step (one laptop)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1,000 enemies: 1.2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2,000 enemies: 4.5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5,000 enemies: 27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107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Twice the enemies, four times the work: O(n²)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 at 60 FPS has 16.7 ms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Profiling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Survivors1: F3, then Space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Spatial Partitioning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enemy only overlaps nearby enemies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uniform grid: square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cell lists its enemies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Rebuilt after every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query looks at the cells it touches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Query(Vector2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radius, List&lt;int&gt; results)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results.Clear();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min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max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+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y = min.Y; y &lt;= max.Y; y++)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x = min.X; x &lt;= max.X; x++)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// check the items in cell (x, 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 vs. Every Pair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1,000 enemies: 1.2 ms vs. 1.3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few objects, the grid isn’t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5,000: 27 ms vs. 1.9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10,000: 107 ms vs. 4.1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work grows with n, not n²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structures: quadtrees, BVHs, sweep and prune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many similar objects in a limited area, a grid is hard to beat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an Optimization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fast code must give the same answers as the simple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Thousands of random points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Compare with checking every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[Theory]: one test, several inputs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Borders, negative coordinates, far outside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[Theory]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[InlineData(10f)]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[InlineData(48f)]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[InlineData(500f)]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The_grid_finds_the_same_points(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for 100 random centres: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grid.Query(center, radius, results);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CheckEveryPoint(points, center, radius),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results.OrderBy(i =&gt; i));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Spatial Partitioning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and Survivors.Tests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Memory Layout Matters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is much faster than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reads memory in cache lines (64 bytes), and keeps them in its cache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 next to data you just read: almost free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 elsewhere: a cache miss, and a wait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List&lt;Enemy&gt;: references to objects all over the heap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design: start from the data, and the loops that read it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Struct of Arrays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Enemy object: an enemy is an index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field in its own array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Packed from 0 to Count - 1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Remove: the last one moves into the hole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Speed and radius copied from the kind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hot loops read them every step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Enemies(int capacity)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Vector2[] Position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Vector2[capacity];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Health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Speed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Radius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byte[] Kind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Count { get; private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Move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positions[i] += toTarget / distance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* speeds[i] *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Measure Again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Enemies as arrays, same grid: no difference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3.9 ms instead of 4.1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time was in the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dictionary lookup per cell, lists of tuples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layout that matters: the data in the hot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measuring tells you which loop that is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Flat Grid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counting sort, every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cell’s enemies next to each other in memory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Separate walks the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enemy against its cell and the neighbours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queries, no lists, no dictionary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1. Count the items in each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_cellStart[CellIndex(positions[i]) + 1]++;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2. Each cell starts where the one before ends.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c = 0; c &lt; cells; c++)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 + 1] += _cellStart[c];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3. Copy each item into its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 slot = _next[_cellOf[i]]++;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Items[slot] = i;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Positions[slot] = positions[i];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Results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pair → grid → arrays + flat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1,000 enemies: 1.2 → 1.3 → 0.24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5,000 enemies: 27 → 1.9 → 0.64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107 → 4.1 → 1.3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20,000 enemies: — → 14.5 → 4.9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3–5× faster than the object grid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About 80× faster than where we started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It Costs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an index, and indexes 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Don’t hold on to one across frames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Harder to read, harder to change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 only for what there are thousands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swarm and the gems; not the player or the bolts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Wars: components for hundreds; its particles as data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Data-Oriented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→ Survivors3: arrays and a flat grid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Gems: thousands, so arrays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up: a state pushed on the state stack (Pokemon)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kinds: type objects (Plants vs. Zombies)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fixed timestep (GMDCore’s Core)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Survive five minutes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When to Optimize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“Premature optimization is the root of all evil. Yet we should not pass up our opportunities in that critical 3%.” (Knuth)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1. Measure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2. Fix the algorithm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3. Fix the data, where it’s hot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4. Measure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5. Keep a test against the simple code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Vampire Survivors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Survivors4: the whole game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Survivors3 or Survivors4, in Release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Tune the grid: cells half and twice as big. Measure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can’t cells be smaller than the biggest overlap?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Bolts as arrays: was it worth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20,000 enemies: what’s the next bottleneck?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kind: what changes?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Stretch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on several cores: Parallel.For over rows of cells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wrong when two threads push the same enemy?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could you avoid it?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Profile your game with many more entities. Where does the time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check every pair, or search every entity?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your game allocate every frame? Where?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anything there are thousands of?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exam: question 0 (your project), and one of 1–10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Last lesson: the course recap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Bring your project: find each thread in your own game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