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313" r:id="rId72"/>
    <p:sldId id="314" r:id="rId73"/>
    <p:sldId id="280" r:id="rId30"/>
    <p:sldId id="292" r:id="rId42"/>
    <p:sldId id="293" r:id="rId52"/>
    <p:sldId id="315"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30" Type="http://schemas.openxmlformats.org/officeDocument/2006/relationships/slide" Target="slides/slide23.xml"/><Relationship Id="rId41" Type="http://schemas.openxmlformats.org/officeDocument/2006/relationships/slide" Target="slides/slide26.xml"/><Relationship Id="rId42" Type="http://schemas.openxmlformats.org/officeDocument/2006/relationships/slide" Target="slides/slide2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5.xml"/><Relationship Id="rId53" Type="http://schemas.openxmlformats.org/officeDocument/2006/relationships/slide" Target="slides/slide27.xml"/><Relationship Id="rId55" Type="http://schemas.openxmlformats.org/officeDocument/2006/relationships/slide" Target="slides/slide28.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0.xml"/><Relationship Id="rId72" Type="http://schemas.openxmlformats.org/officeDocument/2006/relationships/slide" Target="slides/slide21.xml"/><Relationship Id="rId73"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Final milestone today: the README complete, the link on itslearning. Next time: the recap, with your projects.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s-play.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Final milestone, by today</a:t>
            </a:r>
            <a:endParaRPr/>
          </a:p>
          <a:p>
            <a:pPr indent="-317500" lvl="1" marL="914400" rtl="0" algn="l">
              <a:spcBef>
                <a:spcPts val="0"/>
              </a:spcBef>
              <a:spcAft>
                <a:spcPts val="0"/>
              </a:spcAft>
              <a:buSzPts val="1400"/>
              <a:buChar char="○"/>
            </a:pPr>
            <a:r>
              <a:rPr lang="en"/>
              <a:t>README complete, repository link uploaded to itslearning</a:t>
            </a:r>
            <a:endParaRPr/>
          </a:p>
          <a:p>
            <a:pPr indent="-330200" lvl="0" marL="457200" rtl="0" algn="l">
              <a:spcBef>
                <a:spcPts val="0"/>
              </a:spcBef>
              <a:spcAft>
                <a:spcPts val="0"/>
              </a:spcAft>
              <a:buSzPts val="1600"/>
              <a:buChar char="●"/>
            </a:pPr>
            <a:r>
              <a:rPr lang="en"/>
              <a:t>The exam: question 0 (your project), and one of 1–10</a:t>
            </a:r>
            <a:endParaRPr/>
          </a:p>
          <a:p>
            <a:pPr indent="-330200" lvl="0" marL="457200" rtl="0" algn="l">
              <a:spcBef>
                <a:spcPts val="0"/>
              </a:spcBef>
              <a:spcAft>
                <a:spcPts val="0"/>
              </a:spcAft>
              <a:buSzPts val="1600"/>
              <a:buChar char="●"/>
            </a:pPr>
            <a:r>
              <a:rPr lang="en"/>
              <a:t>Last lesson: the course recap</a:t>
            </a:r>
            <a:endParaRPr/>
          </a:p>
          <a:p>
            <a:pPr indent="-317500" lvl="1" marL="914400" rtl="0" algn="l">
              <a:spcBef>
                <a:spcPts val="0"/>
              </a:spcBef>
              <a:spcAft>
                <a:spcPts val="0"/>
              </a:spcAft>
              <a:buSzPts val="1400"/>
              <a:buChar char="○"/>
            </a:pPr>
            <a:r>
              <a:rPr lang="en"/>
              <a:t>Bring your project: find each thread in your own game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