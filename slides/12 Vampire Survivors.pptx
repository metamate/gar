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323" r:id="rId33"/>
    <p:sldId id="298" r:id="rId57"/>
    <p:sldId id="320" r:id="rId36"/>
    <p:sldId id="299" r:id="rId58"/>
    <p:sldId id="300" r:id="rId59"/>
    <p:sldId id="301" r:id="rId60"/>
    <p:sldId id="319" r:id="rId37"/>
    <p:sldId id="302" r:id="rId61"/>
    <p:sldId id="322" r:id="rId34"/>
    <p:sldId id="303" r:id="rId62"/>
    <p:sldId id="304" r:id="rId63"/>
    <p:sldId id="305" r:id="rId64"/>
    <p:sldId id="318" r:id="rId38"/>
    <p:sldId id="306" r:id="rId65"/>
    <p:sldId id="307" r:id="rId66"/>
    <p:sldId id="308" r:id="rId67"/>
    <p:sldId id="309" r:id="rId68"/>
    <p:sldId id="321" r:id="rId35"/>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31.xml"/><Relationship Id="rId33" Type="http://schemas.openxmlformats.org/officeDocument/2006/relationships/slide" Target="slides/slide7.xml"/><Relationship Id="rId34" Type="http://schemas.openxmlformats.org/officeDocument/2006/relationships/slide" Target="slides/slide15.xml"/><Relationship Id="rId35" Type="http://schemas.openxmlformats.org/officeDocument/2006/relationships/slide" Target="slides/slide24.xml"/><Relationship Id="rId36" Type="http://schemas.openxmlformats.org/officeDocument/2006/relationships/slide" Target="slides/slide9.xml"/><Relationship Id="rId37" Type="http://schemas.openxmlformats.org/officeDocument/2006/relationships/slide" Target="slides/slide13.xml"/><Relationship Id="rId38" Type="http://schemas.openxmlformats.org/officeDocument/2006/relationships/slide" Target="slides/slide19.xml"/><Relationship Id="rId39" Type="http://schemas.openxmlformats.org/officeDocument/2006/relationships/slide" Target="slides/slide28.xml"/><Relationship Id="rId40" Type="http://schemas.openxmlformats.org/officeDocument/2006/relationships/slide" Target="slides/slide2.xml"/><Relationship Id="rId41" Type="http://schemas.openxmlformats.org/officeDocument/2006/relationships/slide" Target="slides/slide34.xml"/><Relationship Id="rId42" Type="http://schemas.openxmlformats.org/officeDocument/2006/relationships/slide" Target="slides/slide32.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3.xml"/><Relationship Id="rId53" Type="http://schemas.openxmlformats.org/officeDocument/2006/relationships/slide" Target="slides/slide35.xml"/><Relationship Id="rId56" Type="http://schemas.openxmlformats.org/officeDocument/2006/relationships/slide" Target="slides/slide6.xml"/><Relationship Id="rId57" Type="http://schemas.openxmlformats.org/officeDocument/2006/relationships/slide" Target="slides/slide8.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2.xml"/><Relationship Id="rId61" Type="http://schemas.openxmlformats.org/officeDocument/2006/relationships/slide" Target="slides/slide14.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5.xml"/><Relationship Id="rId70" Type="http://schemas.openxmlformats.org/officeDocument/2006/relationships/slide" Target="slides/slide26.xml"/><Relationship Id="rId71" Type="http://schemas.openxmlformats.org/officeDocument/2006/relationships/slide" Target="slides/slide27.xml"/><Relationship Id="rId72" Type="http://schemas.openxmlformats.org/officeDocument/2006/relationships/slide" Target="slides/slide29.xml"/><Relationship Id="rId73"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26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a:p>
            <a:r>
              <a:t>List&lt;Enemy&gt;: references to objects all over the heap</a:t>
            </a:r>
          </a:p>
          <a:p>
            <a:r>
              <a:t>A struct of arrays: each field packed together</a:t>
            </a:r>
          </a:p>
          <a:p>
            <a:r>
              <a:t>The CPU reads 64 bytes at a time,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each cell, find where it starts, copy each enemy into its cell's range. Three loops over plain arrays, nothing allocated.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can only overlap enemies near it. With a grid it only looks at its own cell and the eight around it.</a:t>
            </a:r>
          </a:p>
          <a:p>
            <a:r>
              <a:t>Ask: how big must a cell be? Answer: at least the biggest overlap, or neighbours in the next cell but one are missed.</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Twice the enemies, four times the checks. At 10,000 enemies that is 50 million pairs every step.</a:t>
            </a:r>
          </a:p>
          <a:p>
            <a:r>
              <a:t>No tuning inside the loop fixes that.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Every Pair</a:t>
            </a:r>
            <a:endParaRPr/>
          </a:p>
        </p:txBody>
      </p:sp>
      <p:pic>
        <p:nvPicPr>
          <p:cNvPr id="3" name="Picture 2" descr="pairs.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Uniform Grid</a:t>
            </a:r>
            <a:endParaRPr/>
          </a:p>
        </p:txBody>
      </p:sp>
      <p:pic>
        <p:nvPicPr>
          <p:cNvPr id="3" name="Picture 2" descr="grid.png"/>
          <p:cNvPicPr>
            <a:picLocks noChangeAspect="1"/>
          </p:cNvPicPr>
          <p:nvPr/>
        </p:nvPicPr>
        <p:blipFill>
          <a:blip r:embed="rId2"/>
          <a:stretch>
            <a:fillRect/>
          </a:stretch>
        </p:blipFill>
        <p:spPr>
          <a:xfrm>
            <a:off x="480713" y="1051560"/>
            <a:ext cx="8182573" cy="39776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pic>
        <p:nvPicPr>
          <p:cNvPr id="295" name="Picture 294" descr="memory-layout.png"/>
          <p:cNvPicPr>
            <a:picLocks noChangeAspect="1"/>
          </p:cNvPicPr>
          <p:nvPr/>
        </p:nvPicPr>
        <p:blipFill>
          <a:blip r:embed="rId4"/>
          <a:stretch>
            <a:fillRect/>
          </a:stretch>
        </p:blipFill>
        <p:spPr>
          <a:xfrm>
            <a:off x="1106905" y="1371600"/>
            <a:ext cx="6930189" cy="36576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Counting Sort</a:t>
            </a:r>
            <a:endParaRPr/>
          </a:p>
        </p:txBody>
      </p:sp>
      <p:pic>
        <p:nvPicPr>
          <p:cNvPr id="3" name="Picture 2" descr="counting-sort.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