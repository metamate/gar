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 not the whole game.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Around 2,000 enemies on a laptop, and Separate takes almost all of it.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v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