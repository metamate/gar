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  <p:sldId id="293" r:id="rId52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40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2.xml"/><Relationship Id="rId51" Type="http://schemas.openxmlformats.org/officeDocument/2006/relationships/slide" Target="slides/slide38.xml"/><Relationship Id="rId52" Type="http://schemas.openxmlformats.org/officeDocument/2006/relationships/slide" Target="slides/slide41.xml"/><Relationship Id="rId53" Type="http://schemas.openxmlformats.org/officeDocument/2006/relationships/slide" Target="slides/slide39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09: the self-review, with an event map of your game.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and an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meaningful moments in your game: who fires them, who reacts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