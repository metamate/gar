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4" Type="http://schemas.openxmlformats.org/officeDocument/2006/relationships/image" Target="../media/image6.png"/><Relationship Id="rId5" Type="http://schemas.openxmlformats.org/officeDocument/2006/relationships/image" Target="../media/image2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3"/>
          <a:stretch>
            <a:fillRect/>
          </a:stretch>
        </p:blipFill>
        <p:spPr>
          <a:xfrm>
            <a:off x="1412778" y="1203675"/>
            <a:ext cx="6318442"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5"/>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10.png"/>
          <p:cNvPicPr>
            <a:picLocks noChangeAspect="1"/>
          </p:cNvPicPr>
          <p:nvPr/>
        </p:nvPicPr>
        <p:blipFill>
          <a:blip r:embed="rId4"/>
          <a:stretch>
            <a:fillRect/>
          </a:stretch>
        </p:blipFill>
        <p:spPr>
          <a:xfrm>
            <a:off x="1138225" y="1062675"/>
            <a:ext cx="6867552" cy="38629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