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type="skelton".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26.png"/><Relationship Id="rId10"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3"/>
          <a:stretch>
            <a:fillRect/>
          </a:stretch>
        </p:blipFill>
        <p:spPr>
          <a:xfrm>
            <a:off x="1412777" y="1203675"/>
            <a:ext cx="6318444" cy="35541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zelda_tilesheet.png"/>
          <p:cNvPicPr>
            <a:picLocks noChangeAspect="1"/>
          </p:cNvPicPr>
          <p:nvPr/>
        </p:nvPicPr>
        <p:blipFill>
          <a:blip r:embed="rId7"/>
          <a:stretch>
            <a:fillRect/>
          </a:stretch>
        </p:blipFill>
        <p:spPr>
          <a:xfrm>
            <a:off x="408714" y="1425731"/>
            <a:ext cx="4573373" cy="3129150"/>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5"/>
          <a:stretch>
            <a:fillRect/>
          </a:stretch>
        </p:blipFill>
        <p:spPr>
          <a:xfrm>
            <a:off x="5454471" y="874004"/>
            <a:ext cx="848874" cy="1697748"/>
          </a:xfrm>
          <a:prstGeom prst="rect">
            <a:avLst/>
          </a:prstGeom>
        </p:spPr>
      </p:pic>
      <p:pic>
        <p:nvPicPr>
          <p:cNvPr id="85" name="Picture 85" descr="zelda_entities.png"/>
          <p:cNvPicPr>
            <a:picLocks noChangeAspect="1"/>
          </p:cNvPicPr>
          <p:nvPr/>
        </p:nvPicPr>
        <p:blipFill>
          <a:blip r:embed="rId10"/>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4"/>
          <a:stretch>
            <a:fillRect/>
          </a:stretch>
        </p:blipFill>
        <p:spPr>
          <a:xfrm>
            <a:off x="1597488" y="920715"/>
            <a:ext cx="5949024"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topdown.png"/>
          <p:cNvPicPr>
            <a:picLocks noChangeAspect="1"/>
          </p:cNvPicPr>
          <p:nvPr/>
        </p:nvPicPr>
        <p:blipFill>
          <a:blip r:embed="rId3"/>
          <a:stretch>
            <a:fillRect/>
          </a:stretch>
        </p:blipFill>
        <p:spPr>
          <a:xfrm>
            <a:off x="1138225" y="1062675"/>
            <a:ext cx="6867553" cy="386299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 a value from A to B over time, instead of snapping it there.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type="skeleton"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type="skelton".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