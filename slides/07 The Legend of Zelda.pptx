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97" r:id="rId52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1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2.xml"/><Relationship Id="rId51" Type="http://schemas.openxmlformats.org/officeDocument/2006/relationships/slide" Target="slides/slide39.xml"/><Relationship Id="rId52" Type="http://schemas.openxmlformats.org/officeDocument/2006/relationships/slide" Target="slides/slide33.xml"/><Relationship Id="rId53" Type="http://schemas.openxmlformats.org/officeDocument/2006/relationships/slide" Target="slides/slide40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events and the Observer pattern.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events and the Observer pattern, with C# delegates, events and lambdas. With it: hitboxes, a tweening system, and composition vs. inheritance, the question Plants vs. Zombies answers.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GARCore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RoomShiftDuration in GameSettings. The ease-out goes in the two Add setters in Dungeon.BeginShift. It starts fast and settles: most game UI eases out.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GARCore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Slower, Softer Scroll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room shift take twice as long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Ease out: pass 1 - (1 - t) * (1 - t) to Vector2.Lerp instead of 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scroll feel now?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