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system, and when in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real pool is this small: a stack of spare objects. Get takes one out, or makes one when the stack is empty; Return puts it back. The bottom half is the part people forget: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definition holds what is shared: the sprite, the points, the acceleration. Each enemy holds only its own position and velocity, in its components.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The definition is a record, so it cannot change. Ask: how is this different from Type Object in Plants vs. Zombies? Type Object is about design (kinds as data), Flyweight about memory (shared data stored once); they often come together. SpriteBatch is a flyweight too: one texture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4" y="1579594"/>
            <a:ext cx="5377395" cy="3024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high a score can you get?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Pool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GARCore/Collections/ObjectPool.cs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ObjectPool&lt;T&gt; where T : class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Stack&lt;T&gt; _pool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Func&lt;T&gt; _factory;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T Get() =&gt; _pool.Count &gt; 0 ? _pool.Pop() : _factory();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Return(T item) =&gt; _pool.Push(item);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BulletSpawner.cs: a reused bullet is reset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bullet = _pool.Get();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bullet.IsExpired = false;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bullet.Transform.Position = position;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rigidbody.Velocity = velocity;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SeekerEnemyDefinition: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sprite · points · acceleration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alive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alive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alive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alive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 share one texture, loaded once.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Shared: one instance in the whole game, and it can't change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record SeekerEnemyDefinition(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EnemyShellDefinition Shell,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float Acceleration);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EntityFactory.cs: every seeker is built from it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enemy = CreateEnemyBase(SeekerDefinition.Shell, position);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enemy.AddComponent(new SeekTarget(getTargetPosition,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SeekerDefinition.Acceleration));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Per seeker, in its components: position, velocity, alive or not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shader, called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