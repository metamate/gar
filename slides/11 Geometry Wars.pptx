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0" r:id="rId49"/>
    <p:sldId id="291" r:id="rId50"/>
    <p:sldId id="292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6" r:id="rId45"/>
    <p:sldId id="287" r:id="rId46"/>
    <p:sldId id="293" r:id="rId43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29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3.xml"/><Relationship Id="rId5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re-allocate MAX particles once, at load time.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Never `new` a Particle again for the rest of the game.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Release is just: p.Active = false;   Zero GC pressure.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SpriteBatch itself is a flyweight: one GPU state change per texture, hundreds of sprites drawn in a single call.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Input Data: The process begins with input data that is sent to the GPU to render: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Vertex Data: The vertex data (positions, colors, etc.) that define the geometry of what is being drawn.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Texture: The image data that will be applied to the geometry.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Vertex Shader: Processes each vertex, calculating its final position on the screen and passing the data to the next stage.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Sampler: Controls how texture data is accessed, applying filtering (how pixels blend when scaled) and addressing (what happens at texture edges).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Pixel Shader: Takes the transformed vertices and sampled texture data to calculate the final color of each pixel.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Output: The final rendered image that appears on your screen.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775" y="935302"/>
            <a:ext cx="3642401" cy="204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9200" y="935322"/>
            <a:ext cx="3642398" cy="20488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07875" y="3221165"/>
            <a:ext cx="30099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63925" y="3151128"/>
            <a:ext cx="2378576" cy="1854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Google Shape;5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3302" y="1536400"/>
            <a:ext cx="5377400" cy="311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11-geometry-wars)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goal is not to understand all the systems, but the overall architecture employed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GeometryWars0 → GeometryWars6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adds components to the entity recipes, and the systems they need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owns the application shell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PlayState owns one active gameplay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owns one run of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EntityWorld updates entities and collisions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EntityFactory builds entities by composing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implement the actual behavior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Systems handle some cross-component concerns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Game1 → PlayState → PlaySession → EntityWorld / EntityFactory → Components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entity is a bag of components, composed in EntityFactory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 class per enemy type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clear capability per component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Health, FaceVelocity, ApplyMovementInput, TakeDamageOnBulletCollision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Entity.cs, Component.cs, EntityFactory.cs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Steps: GeometryWars0 onwards; every step adds components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own state, and what happens to it: Health, Weapon, SeekTarget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rules span many entities, or the whole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pairs collide? When do enemies spawn? What happens when the player dies?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Those belong in systems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CollisionSystem, EnemyDirector, BulletSpawner, PlaySession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that reaches into other entities is a system in disguise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BeginRespawnOnLethalCollision is a component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only decides when its player has taken a lethal hit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handles the consequences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Clearing enemies and resetting spawning are rules of the run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are the extreme case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Thousands of sparks, no entities: one ParticleManager updates them in bulk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Vampire Survivors takes this all the way: data-oriented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ECS: entities are IDs, components are data, all behaviour in systems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Singleton (Flappy Bird): Audio.Instance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access to one concrete class; hard to replace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 (Pokemon): Locator.Audio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access through an interface; replaceable at runtime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 (Geometry Wars): passed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Dependencies visible in the constructor; replaced when constructing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one fits depends on how many classes need the service, and how deep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fire 20 bullets per second.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hit spawns 30 particles.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enemy dies into 50 debris pieces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That's thousands of new allocations per second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short-lived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C# is a managed language: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new</a:t>
            </a:r>
            <a:r>
              <a:rPr lang="en"/>
              <a:t> means the GC will eventually clean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GC pauses are non-deterministic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stutter every few seconds is the telltale sign of allocation-in-the-hot-loop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null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pool exhausted —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 What's Shared, Store What's Unique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enemies on screen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they're all the same sprite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Intrinsic state: shared, immutable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Texture2D, the mesh, the stats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Extrinsic state: per-instance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Position, velocity, current HP, color tint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EnemyType object holds intrinsic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Entity references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entities × 4-byte pointer to one texture, not 500 copies of the texture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Memory: kilobytes instead of megabytes. Load time: instant instead of slow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 —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 —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pointer —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Moving work to the GPU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CPU has ~8 cores. GPU has thousands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 all run the same program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Vertex shader: runs once per vertex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Transforms positions, can displace geometry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Pixel (fragment) shader: runs once per pixel.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Decides the final color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ships with a default shader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 write custom ones in HLSL (.fx files)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Any per-pixel effect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Glow, blur, distortion, color grading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CPU submits draw calls; the GPU paints pixels in parallel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 makes bright pixels bleed light into their neighbors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Render the scene to a RenderTarget2D instead of the back buffer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Threshold pass — keep only pixels brighter than some cutoff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Gaussian blur the bright pixels — horizontal pass, then vertical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Additively blend the blurred result back over the original scene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Each pass is a fullscreen quad with a different pixel shader (post-processing)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Structure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define what an entity 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Orchestration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Systems own the rules that span many entities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Dependency injection hands out shared services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 Allocation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Object Pool decides when entities are allocated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Shared Memory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Flyweight decides what entities share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Shaders decide how entities look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new enemy type from existing components; then a new component, e.g. a shield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 or system?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bomb (one per life) that destroys every enemy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screen-shake service in PlayContext, used when the player dies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 with a fake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FakeBulletSpawner: firing spawns two bullets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pooling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Allocated bytes and gen-0 GCs per second, with and without the pool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Final milestone, by session 12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README complete, repository link uploaded to itslearning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