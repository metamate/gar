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0" r:id="rId49"/>
    <p:sldId id="291" r:id="rId50"/>
    <p:sldId id="292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6" r:id="rId45"/>
    <p:sldId id="294" r:id="rId44"/>
    <p:sldId id="287" r:id="rId46"/>
    <p:sldId id="293" r:id="rId43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7" Type="http://schemas.openxmlformats.org/officeDocument/2006/relationships/slide" Target="slides/slide10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3" Type="http://schemas.openxmlformats.org/officeDocument/2006/relationships/slide" Target="slides/slide30.xml"/><Relationship Id="rId44" Type="http://schemas.openxmlformats.org/officeDocument/2006/relationships/slide" Target="slides/slide28.xml"/><Relationship Id="rId45" Type="http://schemas.openxmlformats.org/officeDocument/2006/relationships/slide" Target="slides/slide27.xml"/><Relationship Id="rId46" Type="http://schemas.openxmlformats.org/officeDocument/2006/relationships/slide" Target="slides/slide29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3.xml"/><Relationship Id="rId5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Geometry Wars. The main topic: components vs. systems.</a:t>
            </a:r>
          </a:p>
          <a:p>
            <a:r>
              <a:t>Start by playing the finished game, GeometryWars6,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 on Xbox 360, 2005: neon shapes, hundreds of enemies, particles everywhere.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GeometryWars6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components vs. systems, at a scale where it matters. Then dependency injection, Object Pool, Flyweight, and shaders as a demo.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Thousands of entities, built from components as in Plants vs. Zombies. Two new questions: what belongs in a component, and how does everything get its services?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gar-games/11-geometry-wars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it, then find the split between GMDCore and the game.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Top to bottom: each layer owns one thing. PlaySession is highlighted: it owns one run, and most of today’s rules live there.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Pokemon looked services up; here they’re passed in, bundled in a PlayContext. A constructor shows what a class needs.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step adds components to the recipes, and the systems they need. The tests are in their own project.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should behaviour live in a system rather than a component?</a:t>
            </a:r>
          </a:p>
          <a:p>
            <a:r>
              <a:t>A: When it spans many entities, owns rules of the whole game or session, or needs a central order. A component should be about its owner; otherwise it ends up reaching into other entities.</a:t>
            </a:r>
          </a:p>
          <a:p/>
          <a:p>
            <a:r>
              <a:t>Q: What does dependency injection give you that a Service Locator doesn't?</a:t>
            </a:r>
          </a:p>
          <a:p>
            <a:r>
              <a:t>A: The dependencies are explicit: a constructor shows what a class needs, and a test can pass in a replacement. The cost is that services must be passed through every layer that needs them.</a:t>
            </a:r>
          </a:p>
          <a:p/>
          <a:p>
            <a:r>
              <a:t>Q: What is a fake, and why does dependency injection make it easy to use one?</a:t>
            </a:r>
          </a:p>
          <a:p>
            <a:r>
              <a:t>A: A small stand-in for a real dependency, written for a test, that records what it was asked to do. When a class gets its dependencies through its constructor, the test simply passes the fake in. When the class finds them itself (a Singleton or a Service Locator), the fake has to replace global state, or can't be used at all.</a:t>
            </a:r>
          </a:p>
          <a:p/>
          <a:p>
            <a:r>
              <a:t>Q: What is the difference between Object Pool and Flyweight?</a:t>
            </a:r>
          </a:p>
          <a:p>
            <a:r>
              <a:t>A: Object Pool reuses _instances_ to avoid allocation over time. Flyweight shares _data_ between many instances to avoid duplicating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seeker is an entity with these components, composed in EntityFactory. No class per enemy type.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from GeometryWars6. The bomb exercise is the key one: which parts are components, which a system?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we’ve seen: Singleton, Service Locator, dependency injection. Ask: which would you use for audio in your project, and why?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respawn example: the component notices its player was hit; the run clears the arena. Particles are the extreme: no entities at all.</a:t>
            </a:r>
          </a:p>
          <a:p>
            <a:r>
              <a:t>An ECS takes this all the way: entities are IDs, all behaviour in systems.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component is about its owner. Rules that span many entities (which pairs collide, when enemies spawn) belong in systems.</a:t>
            </a:r>
          </a:p>
          <a:p>
            <a:r>
              <a:t>The line at the bottom is the one to remember.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first question: why does it stutter? The numbers: thousands of short-lived objects a second, and the garbage collector pausing to clean up.</a:t>
            </a:r>
          </a:p>
          <a:p>
            <a:r>
              <a:t>Ask the last one: what if nothing were new during play? That’s the pool.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Allocate everything once; spawning finds an inactive one and resets it. Releasing is setting Active to false. Reset everything, or old state leaks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ObjectPool.cs and BulletSpawner.cs from GeometryWars1. Press F3 in the game: memory stays flat while firing.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type holds what’s shared: the texture and the stats. Each enemy holds only its own position, velocity and HP.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code for the diagram. SpriteBatch is a flyweight too: one texture state for hundreds of sprites.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GameAssets.cs and GameplayDefinitions.cs.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Shaders run on the GPU: thousands of small cores, one program. A vertex shader decides where; a pixel shader decides what colour.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passes: draw to a texture, keep the bright pixels, blur them twice, add them back. Each pass is a full-screen pixel shader.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pipeline, for reference: vertices in, pixels out.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GeometryWars4 and GeometryWars5 side by side: the same game without and with bloom. Show the three .fx files. A showcase only; not needed for the project.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Six questions every entity answers, and today’s answer to each. Read them back as a recap.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Because the score tracker is passed in, a test can pass a fake that only records calls. One entity, two components, no world.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Milestone today: a release on itch.io and a README started. Final milestone by session 12: the README complete.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7935" y="960120"/>
            <a:ext cx="3313941" cy="1864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125" y="960138"/>
            <a:ext cx="3313939" cy="1864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10758" y="3039851"/>
            <a:ext cx="2738477" cy="1559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32283" y="2976130"/>
            <a:ext cx="2164084" cy="1687309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Geometry Wars (Bizarre Creations, from 2003). Screenshots © Bizarre Creations / Microsoft.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w-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3302" y="1579594"/>
            <a:ext cx="5377400" cy="30247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as a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size: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(GeometryWars0 to GeometryWars6, and the 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don’t need to understand every system: today is about the overall architecture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owns one thing.</a:t>
            </a:r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31520" y="1325880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Game1: the application: window, services, the state stack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1560" y="1929384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PlayState: one game in progress: pause, game over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71600" y="2532888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PlaySession: one run: score, grid, particles, enemies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1639" y="3136391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EntityWorld  ·  EntityFactory: updating entities  ·  building them from components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0" y="3739896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Components: one capability each: the actual behaviour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 bag of components, composed in EntityFactory. No class per enemy type.</a:t>
            </a:r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3383280" y="214884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seeker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(an Entity)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Health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18688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94360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FaceVelocity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5760720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36576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SeekTarget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3218688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94360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TakeDamageOnBulletCollision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 flipV="1">
            <a:off x="5760720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owner. Rules that span many entities belong in systems.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Component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its own state, and what happens to it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Health · Weapon · SeekTarget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System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many entities, or the whole run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CollisionSystem · EnemyDirector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BulletSpawner · PlaySession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component that reaches into other entities should probably be a system.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dies: the component notices, the run reacts.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315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BeginRespawnOnLethalCollision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component: my player was hit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4315968" y="18745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48463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run: clear enemies, reset spawning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31520" y="2743200"/>
            <a:ext cx="76809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Particles: thousands of sparks, no entities at 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ParticleManager updates them in bulk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All the way: an ECS. Entities are IDs, components are data, all behaviour is in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reach a service, all seen in this course.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41148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 (Flappy)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Audio.Instance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concrete class,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hard to replace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4612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 (Pokemon)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Locator.Audio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interface,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replaceable at runtime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8076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Dependency injection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passed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visible in the constructor,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replaced when constructing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fits depends on how many classes need the service, and how deep.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 a test passes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stutters every few seconds. Why?</a:t>
            </a:r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1005840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20 bullets a second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127248" y="169164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338327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30 particles per hit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504688" y="16916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76071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50 pieces per enemy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5840" y="2331720"/>
            <a:ext cx="713232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Thousands of short-lived objects every second, each one new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garbage collector cleans them up, and pauses when it likes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What if nothing were ever new during play?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return null; // pool exhausted: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shared, unchanging data is stored once; each enemy keeps only its own.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2926080" y="137160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EnemyType: shared, immutable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texture · speed · health · score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86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0" name="Connector 159"/>
          <p:cNvCxnSpPr/>
          <p:nvPr/>
        </p:nvCxnSpPr>
        <p:spPr>
          <a:xfrm flipV="1">
            <a:off x="1481328" y="2258568"/>
            <a:ext cx="30906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26060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2" name="Connector 161"/>
          <p:cNvCxnSpPr/>
          <p:nvPr/>
        </p:nvCxnSpPr>
        <p:spPr>
          <a:xfrm flipV="1">
            <a:off x="3538728" y="2258568"/>
            <a:ext cx="10332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46634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4" name="Connector 163"/>
          <p:cNvCxnSpPr/>
          <p:nvPr/>
        </p:nvCxnSpPr>
        <p:spPr>
          <a:xfrm flipH="1" flipV="1">
            <a:off x="4572000" y="2258568"/>
            <a:ext cx="10241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4"/>
          <p:cNvSpPr/>
          <p:nvPr/>
        </p:nvSpPr>
        <p:spPr>
          <a:xfrm>
            <a:off x="67208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6" name="Connector 165"/>
          <p:cNvCxnSpPr/>
          <p:nvPr/>
        </p:nvCxnSpPr>
        <p:spPr>
          <a:xfrm flipH="1" flipV="1">
            <a:off x="4572000" y="2258568"/>
            <a:ext cx="30815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500 enemies: 500 references to one texture, not 500 copies.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(shared):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(per-instance):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 reference to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move work to the GPU: thousands of small cores, all running the same program.</a:t>
            </a:r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Vertex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vertex: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where things are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Pixel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pixel: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what colour it 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has a default shader; custom ones are HLSL .fx files.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Any per-pixel effect: glow, blur, distortion, colour grading.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Bloom: bright pixels bleed light into their neighbours.</a:t>
            </a:r>
            <a:endParaRPr/>
          </a:p>
        </p:txBody>
      </p:sp>
      <p:sp>
        <p:nvSpPr>
          <p:cNvPr id="182" name="Rounded Rectangle 181"/>
          <p:cNvSpPr/>
          <p:nvPr/>
        </p:nvSpPr>
        <p:spPr>
          <a:xfrm>
            <a:off x="411480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Draw the scene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 a texture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1874519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unded Rectangle 183"/>
          <p:cNvSpPr/>
          <p:nvPr/>
        </p:nvSpPr>
        <p:spPr>
          <a:xfrm>
            <a:off x="2130552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Keep the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bright pixels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3593592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ounded Rectangle 185"/>
          <p:cNvSpPr/>
          <p:nvPr/>
        </p:nvSpPr>
        <p:spPr>
          <a:xfrm>
            <a:off x="3849624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across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5312664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7"/>
          <p:cNvSpPr/>
          <p:nvPr/>
        </p:nvSpPr>
        <p:spPr>
          <a:xfrm>
            <a:off x="5568696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down</a:t>
            </a:r>
          </a:p>
        </p:txBody>
      </p:sp>
      <p:cxnSp>
        <p:nvCxnSpPr>
          <p:cNvPr id="189" name="Connector 188"/>
          <p:cNvCxnSpPr/>
          <p:nvPr/>
        </p:nvCxnSpPr>
        <p:spPr>
          <a:xfrm>
            <a:off x="7031736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ounded Rectangle 189"/>
          <p:cNvSpPr/>
          <p:nvPr/>
        </p:nvSpPr>
        <p:spPr>
          <a:xfrm>
            <a:off x="7287768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Add them back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over the scene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11480" y="251460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Each step is one full-screen pass with its own pixel shader: post-processing.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Six questions every entity answers.</a:t>
            </a:r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Rules across 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Systems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services come from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Dependency injection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5486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When it’s allocated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Object Pool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2918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Flyweight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0350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it looks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Shaders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from existing components; then a shield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bomb, one per life: which parts are components, which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screen-shake service in PlayContext; a FakeBulletSpawner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the pool: allocations and GCs, with and without it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should behaviour live in a system rather than a component?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dependency injection give you that a Service Locator doesn’t?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a fake, and why does dependency injection make it easy to use one?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Object Pool and Flyweight?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Final milestone, by session 12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README complete, repository link uploaded to itslearning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