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300" r:id="rId15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99" r:id="rId4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35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4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  <a:p>
            <a:r>
              <a:t>its own state, and what happens to it</a:t>
            </a:r>
          </a:p>
          <a:p>
            <a:r>
              <a:t>Health · Weapon · SeekTarget</a:t>
            </a:r>
          </a:p>
          <a:p>
            <a:r>
              <a:t>many entities, or the whole run</a:t>
            </a:r>
          </a:p>
          <a:p>
            <a:r>
              <a:t>CollisionSystem · EnemyDirector</a:t>
            </a:r>
          </a:p>
          <a:p>
            <a:r>
              <a:t>BulletSpawner · PlaySession</a:t>
            </a:r>
          </a:p>
          <a:p>
            <a:r>
              <a:t>A component that reaches into other entities should probably be a system.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  <a:p>
            <a:r>
              <a:t>SeekerEnemyDefinition: shared, immutable</a:t>
            </a:r>
          </a:p>
          <a:p>
            <a:r>
              <a:t>sprite · points · acceleration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500 enemies share one texture, loaded once.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  <a:p>
            <a:r>
              <a:t>Draw the scene</a:t>
            </a:r>
          </a:p>
          <a:p>
            <a:r>
              <a:t>Add them back</a:t>
            </a:r>
          </a:p>
          <a:p>
            <a:r>
              <a:t>over the scene</a:t>
            </a:r>
          </a:p>
          <a:p>
            <a:r>
              <a:t>Each step is one full-screen pass with its own pixel shader, called post-processing.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bullet that leaves the screen goes back to the pool; the next shot takes it out again and resets it.</a:t>
            </a:r>
          </a:p>
          <a:p>
            <a:r>
              <a:t>Ask: what happens if the reset is forgotten? Answer: the old bullet's state leaks into the new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component can hook into the same phases, in a fixed order. OnRemoved is housekeeping; it is not the same as an enemy being destroyed.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high a score can you get?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pic>
        <p:nvPicPr>
          <p:cNvPr id="158" name="Picture 157" descr="sys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7" y="1371600"/>
            <a:ext cx="7745505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pic>
        <p:nvPicPr>
          <p:cNvPr id="158" name="Picture 157" descr="fly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pic>
        <p:nvPicPr>
          <p:cNvPr id="182" name="Picture 181" descr="bl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and Return</a:t>
            </a:r>
            <a:endParaRPr/>
          </a:p>
        </p:txBody>
      </p:sp>
      <p:pic>
        <p:nvPicPr>
          <p:cNvPr id="3" name="Picture 2" descr="objec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Lifecycle</a:t>
            </a:r>
            <a:endParaRPr/>
          </a:p>
        </p:txBody>
      </p:sp>
      <p:pic>
        <p:nvPicPr>
          <p:cNvPr id="3" name="Picture 2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