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28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11-geometry-wars)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with a fake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FakeBulletSpawner: firing spawns two bullets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