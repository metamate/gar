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Copy the existing test in AwardScoreOnDestroyedTests and change 50 to 100.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don’t need to understand every system: today is about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