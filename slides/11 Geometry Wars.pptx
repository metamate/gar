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6" Type="http://schemas.openxmlformats.org/officeDocument/2006/relationships/slide" Target="slides/slide17.xml"/><Relationship Id="rId17" Type="http://schemas.openxmlformats.org/officeDocument/2006/relationships/slide" Target="slides/slide10.xml"/><Relationship Id="rId18" Type="http://schemas.openxmlformats.org/officeDocument/2006/relationships/slide" Target="slides/slide25.xml"/><Relationship Id="rId19" Type="http://schemas.openxmlformats.org/officeDocument/2006/relationships/slide" Target="slides/slide13.xml"/><Relationship Id="rId20" Type="http://schemas.openxmlformats.org/officeDocument/2006/relationships/slide" Target="slides/slide21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4" Type="http://schemas.openxmlformats.org/officeDocument/2006/relationships/slide" Target="slides/slide32.xml"/><Relationship Id="rId45" Type="http://schemas.openxmlformats.org/officeDocument/2006/relationships/slide" Target="slides/slide31.xml"/><Relationship Id="rId46" Type="http://schemas.openxmlformats.org/officeDocument/2006/relationships/slide" Target="slides/slide33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4.xml"/><Relationship Id="rId5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and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 and systems, and where the behaviour should live in a big game. Then dependency injection, Object Pool, Flyweight, and a shader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GARCore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 rather than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explicit.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simply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An object pool does this.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Allocate everything once; spawning finds an inactive one and resets it. Releasing is setting Active to false.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type holds what’s shared: the texture and the stats. Each enemy holds only its own position, velocity and HP.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SpriteBatch is a flyweight too: one texture state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This is the Flyweight’s intrinsic state.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50 is inside the CreateEnemy helper: give CreateEnemy a points parameter (default 50), and the new test passes 100 and expects [100].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7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eometry-war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3304" y="1579594"/>
            <a:ext cx="5377395" cy="3024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 and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size,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GeometryWars.Tests),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Taken all the way, this is an ECS. Entities are IDs, components are data, and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test can pass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return null; // pool exhausted: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 share one texture, loaded once.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(shared):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(per-instance):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 reference to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shader, called post-processing.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system, and when in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