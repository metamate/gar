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  <p:sldId id="293" r:id="rId43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19" Type="http://schemas.openxmlformats.org/officeDocument/2006/relationships/slide" Target="slides/slide13.xml"/><Relationship Id="rId20" Type="http://schemas.openxmlformats.org/officeDocument/2006/relationships/slide" Target="slides/slide20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32.xml"/><Relationship Id="rId44" Type="http://schemas.openxmlformats.org/officeDocument/2006/relationships/slide" Target="slides/slide30.xml"/><Relationship Id="rId45" Type="http://schemas.openxmlformats.org/officeDocument/2006/relationships/slide" Target="slides/slide29.xml"/><Relationship Id="rId46" Type="http://schemas.openxmlformats.org/officeDocument/2006/relationships/slide" Target="slides/slide31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vs.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components vs. systems, at a scale where it matters. Then dependency injection, Object Pool, Flyweight, and shaders as a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GMDCore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explicit: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That’s the pool.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release on itch.io and a README started. Final milestone by session 12: the README complete.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w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2" y="1579594"/>
            <a:ext cx="5377400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the 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don’t need to understand every system: today is about the overall architecture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All the way: an ECS. Entities are IDs, components are data,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enemies: 500 references to one texture, not 500 copies.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shader: post-processing.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 rather than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Final milestone, by session 12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README complete, repository link uploaded to itslearning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