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0" r:id="rId49"/>
    <p:sldId id="291" r:id="rId50"/>
    <p:sldId id="292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  <p:sldId id="293" r:id="rId43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30.xml"/><Relationship Id="rId44" Type="http://schemas.openxmlformats.org/officeDocument/2006/relationships/slide" Target="slides/slide28.xml"/><Relationship Id="rId45" Type="http://schemas.openxmlformats.org/officeDocument/2006/relationships/slide" Target="slides/slide27.xml"/><Relationship Id="rId46" Type="http://schemas.openxmlformats.org/officeDocument/2006/relationships/slide" Target="slides/slide29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3.xml"/><Relationship Id="rId5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vs.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components vs. systems, at a scale where it matters. Then dependency injection, Object Pool, Flyweight, and shaders as a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GMDCore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explicit: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release on itch.io and a README started. Final milestone by session 12: the README complete.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75" y="935302"/>
            <a:ext cx="3642401" cy="204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9200" y="935322"/>
            <a:ext cx="3642398" cy="20488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7875" y="3221165"/>
            <a:ext cx="30099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3925" y="3151128"/>
            <a:ext cx="2378576" cy="1854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w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2" y="1579594"/>
            <a:ext cx="5377400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the tests),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goal isn’t to understand every system, but the overall architecture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is a system in disguise.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pool exhausted —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 what’s shared, store what’s unique.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 —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 —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pointer —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Final milestone, by session 12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README complete, repository link uploaded to itslearning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