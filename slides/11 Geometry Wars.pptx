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300" r:id="rId15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99" r:id="rId4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8.xml"/><Relationship Id="rId17" Type="http://schemas.openxmlformats.org/officeDocument/2006/relationships/slide" Target="slides/slide10.xml"/><Relationship Id="rId18" Type="http://schemas.openxmlformats.org/officeDocument/2006/relationships/slide" Target="slides/slide27.xml"/><Relationship Id="rId19" Type="http://schemas.openxmlformats.org/officeDocument/2006/relationships/slide" Target="slides/slide14.xml"/><Relationship Id="rId20" Type="http://schemas.openxmlformats.org/officeDocument/2006/relationships/slide" Target="slides/slide23.xml"/><Relationship Id="rId21" Type="http://schemas.openxmlformats.org/officeDocument/2006/relationships/slide" Target="slides/slide17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1.xml"/><Relationship Id="rId44" Type="http://schemas.openxmlformats.org/officeDocument/2006/relationships/slide" Target="slides/slide34.xml"/><Relationship Id="rId45" Type="http://schemas.openxmlformats.org/officeDocument/2006/relationships/slide" Target="slides/slide33.xml"/><Relationship Id="rId46" Type="http://schemas.openxmlformats.org/officeDocument/2006/relationships/slide" Target="slides/slide35.xml"/><Relationship Id="rId47" Type="http://schemas.openxmlformats.org/officeDocument/2006/relationships/slide" Target="slides/slide12.xml"/><Relationship Id="rId48" Type="http://schemas.openxmlformats.org/officeDocument/2006/relationships/slide" Target="slides/slide13.xml"/><Relationship Id="rId49" Type="http://schemas.openxmlformats.org/officeDocument/2006/relationships/slide" Target="slides/slide15.xml"/><Relationship Id="rId50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system, and when in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  <a:p>
            <a:r>
              <a:t>its own state, and what happens to it</a:t>
            </a:r>
          </a:p>
          <a:p>
            <a:r>
              <a:t>Health · Weapon · SeekTarget</a:t>
            </a:r>
          </a:p>
          <a:p>
            <a:r>
              <a:t>many entities, or the whole run</a:t>
            </a:r>
          </a:p>
          <a:p>
            <a:r>
              <a:t>CollisionSystem · EnemyDirector</a:t>
            </a:r>
          </a:p>
          <a:p>
            <a:r>
              <a:t>BulletSpawner · PlaySession</a:t>
            </a:r>
          </a:p>
          <a:p>
            <a:r>
              <a:t>A component that reaches into other entities should probably be a system.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real pool is this small: a stack of spare objects. Get takes one out, or makes one when the stack is empty; Return puts it back. The bottom half is the part people forget: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definition holds what is shared: the sprite, the points, the acceleration. Each enemy holds only its own position and velocity, in its components.</a:t>
            </a:r>
          </a:p>
          <a:p>
            <a:r>
              <a:t>SeekerEnemyDefinition: shared, immutable</a:t>
            </a:r>
          </a:p>
          <a:p>
            <a:r>
              <a:t>sprite · points · acceleration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position · velocity · alive</a:t>
            </a:r>
          </a:p>
          <a:p>
            <a:r>
              <a:t>500 enemies share one texture, loaded once.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The definition is a record, so it cannot change. Ask: how is this different from Type Object in Plants vs. Zombies? Type Object is about design (kinds as data), Flyweight about memory (shared data stored once); they often come together. SpriteBatch is a flyweight too: one texture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  <a:p>
            <a:r>
              <a:t>Draw the scene</a:t>
            </a:r>
          </a:p>
          <a:p>
            <a:r>
              <a:t>Add them back</a:t>
            </a:r>
          </a:p>
          <a:p>
            <a:r>
              <a:t>over the scene</a:t>
            </a:r>
          </a:p>
          <a:p>
            <a:r>
              <a:t>Each step is one full-screen pass with its own pixel shader, called post-processing.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bullet that leaves the screen goes back to the pool; the next shot takes it out again and resets it.</a:t>
            </a:r>
          </a:p>
          <a:p>
            <a:r>
              <a:t>Ask: what happens if the reset is forgotten? Answer: the old bullet's state leaks into the new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component can hook into the same phases, in a fixed order. OnRemoved is housekeeping; it is not the same as an enemy being destroyed.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4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high a score can you get?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Lifecycle</a:t>
            </a:r>
            <a:endParaRPr/>
          </a:p>
        </p:txBody>
      </p:sp>
      <p:pic>
        <p:nvPicPr>
          <p:cNvPr id="3" name="Picture 2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pic>
        <p:nvPicPr>
          <p:cNvPr id="158" name="Picture 157" descr="syste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47" y="1371600"/>
            <a:ext cx="7745505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Pool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GARCore/Collections/ObjectPool.cs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ObjectPool&lt;T&gt; where T : class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Stack&lt;T&gt; _pool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Func&lt;T&gt; _factory;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T Get() =&gt; _pool.Count &gt; 0 ? _pool.Pop() : _factory();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Return(T item) =&gt; _pool.Push(item);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BulletSpawner.cs: a reused bullet is reset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bullet = _pool.Get();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bullet.IsExpired = false;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bullet.Transform.Position = position;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rigidbody.Velocity = velocity;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 and Return</a:t>
            </a:r>
            <a:endParaRPr/>
          </a:p>
        </p:txBody>
      </p:sp>
      <p:pic>
        <p:nvPicPr>
          <p:cNvPr id="3" name="Picture 2" descr="objec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pic>
        <p:nvPicPr>
          <p:cNvPr id="158" name="Picture 157" descr="flywe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Shared: one instance in the whole game, and it can't change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record SeekerEnemyDefinition(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EnemyShellDefinition Shell,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float Acceleration);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EntityFactory.cs: every seeker is built from it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enemy = CreateEnemyBase(SeekerDefinition.Shell, position);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enemy.AddComponent(new SeekTarget(getTargetPosition,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SeekerDefinition.Acceleration));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Per seeker, in its components: position, velocity, alive or not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pic>
        <p:nvPicPr>
          <p:cNvPr id="182" name="Picture 181" descr="bl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Picture 186" descr="shader-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42519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