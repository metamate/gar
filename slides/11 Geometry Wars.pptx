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92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  <p:sldId id="293" r:id="rId43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30.xml"/><Relationship Id="rId44" Type="http://schemas.openxmlformats.org/officeDocument/2006/relationships/slide" Target="slides/slide28.xml"/><Relationship Id="rId45" Type="http://schemas.openxmlformats.org/officeDocument/2006/relationships/slide" Target="slides/slide27.xml"/><Relationship Id="rId46" Type="http://schemas.openxmlformats.org/officeDocument/2006/relationships/slide" Target="slides/slide29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GMDCore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release on itch.io and a README started. Final milestone by session 12: the README complete.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w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2" y="1579594"/>
            <a:ext cx="5377400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the 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don’t need to understand every system: today is about the overall architecture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session 12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