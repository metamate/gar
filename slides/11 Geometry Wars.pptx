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2" y="1579594"/>
            <a:ext cx="5377399" cy="30247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 share one texture, loaded once.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shader, called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