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and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 and systems, and where the behaviour should live in a big game. Then dependency injection, Object Pool, Flyweight, and a shader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explicit.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An object pool does this.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This is the Flyweight’s intrinsic state.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if-gw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302" y="1579594"/>
            <a:ext cx="5377399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 and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size,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Taken all the way, this is an ECS. Entities are IDs, components are data, and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test can pass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 share one texture, loaded once.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shader, called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system, and when in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