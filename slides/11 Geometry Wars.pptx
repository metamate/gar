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11-geometry-wars)</a:t>
            </a:r>
          </a:p>
          <a:p>
            <a:r>
              <a:t>- Walkthrough in README.md</a:t>
            </a:r>
          </a:p>
          <a:p>
            <a:r>
              <a:t>- The goal is not to understand all the systems, but the overall architecture employed</a:t>
            </a:r>
          </a:p>
          <a:p>
            <a:r>
              <a:t>- The game is built up in steps: GeometryWars0 → GeometryWars6</a:t>
            </a:r>
          </a:p>
          <a:p>
            <a:r>
              <a:t>  - Each step adds components to the entity recipes, and the systems they need</a:t>
            </a:r>
          </a:p>
          <a:p>
            <a:r>
              <a:t>  - Compare neighbouring steps to see exactly what changed</a:t>
            </a:r>
          </a:p>
          <a:p>
            <a:r>
              <a:t>- GeometryWars6 is the finished game: explore it, and start the exercises from it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Game1 owns the application shell</a:t>
            </a:r>
          </a:p>
          <a:p>
            <a:r>
              <a:t>- PlayState owns one active gameplay state</a:t>
            </a:r>
          </a:p>
          <a:p>
            <a:r>
              <a:t>- PlaySession owns one run of the game</a:t>
            </a:r>
          </a:p>
          <a:p>
            <a:r>
              <a:t>- EntityWorld updates entities and collisions</a:t>
            </a:r>
          </a:p>
          <a:p>
            <a:r>
              <a:t>- EntityFactory builds entities by composing components</a:t>
            </a:r>
          </a:p>
          <a:p>
            <a:r>
              <a:t>- Components implement the actual behavior</a:t>
            </a:r>
          </a:p>
          <a:p>
            <a:r>
              <a:t>- Systems handle some cross-component concerns</a:t>
            </a:r>
          </a:p>
          <a:p>
            <a:r>
              <a:t>- Game1 → PlayState → PlaySession → EntityWorld / EntityFactory → Components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Every entity is a bag of components, composed in EntityFactory</a:t>
            </a:r>
          </a:p>
          <a:p>
            <a:r>
              <a:t>  - No class per enemy type</a:t>
            </a:r>
          </a:p>
          <a:p>
            <a:r>
              <a:t>- One clear capability per component</a:t>
            </a:r>
          </a:p>
          <a:p>
            <a:r>
              <a:t>  - Health, FaceVelocity, ApplyMovementInput, TakeDamageOnBulletCollision</a:t>
            </a:r>
          </a:p>
          <a:p>
            <a:r>
              <a:t>- Entity.cs, Component.cs, EntityFactory.cs</a:t>
            </a:r>
          </a:p>
          <a:p>
            <a:r>
              <a:t>- Steps: GeometryWars0 onwards; every step adds components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Full instructions (also on the course site):</a:t>
            </a:r>
          </a:p>
          <a:p>
            <a:r>
              <a:t>- Start from GeometryWars6</a:t>
            </a:r>
          </a:p>
          <a:p>
            <a:r>
              <a:t>- Composition</a:t>
            </a:r>
          </a:p>
          <a:p>
            <a:r>
              <a:t>  - A new enemy type from existing components; then a new component, e.g. a shield</a:t>
            </a:r>
          </a:p>
          <a:p>
            <a:r>
              <a:t>- Component or system?</a:t>
            </a:r>
          </a:p>
          <a:p>
            <a:r>
              <a:t>  - A bomb (one per life) that destroys every enemy on screen</a:t>
            </a:r>
          </a:p>
          <a:p>
            <a:r>
              <a:t>- Dependency injection</a:t>
            </a:r>
          </a:p>
          <a:p>
            <a:r>
              <a:t>  - A screen-shake service in PlayContext, used when the player dies</a:t>
            </a:r>
          </a:p>
          <a:p>
            <a:r>
              <a:t>- Test with a fake</a:t>
            </a:r>
          </a:p>
          <a:p>
            <a:r>
              <a:t>  - A FakeBulletSpawner: firing spawns two bullets</a:t>
            </a:r>
          </a:p>
          <a:p>
            <a:r>
              <a:t>- Measure pooling</a:t>
            </a:r>
          </a:p>
          <a:p>
            <a:r>
              <a:t>  - Allocated bytes and gen-0 GCs per second, with and without the pool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Singleton (Flappy Bird): Audio.Instance</a:t>
            </a:r>
          </a:p>
          <a:p>
            <a:r>
              <a:t>  - Global access to one concrete class; hard to replace</a:t>
            </a:r>
          </a:p>
          <a:p>
            <a:r>
              <a:t>- Service Locator (Pokemon): Locator.Audio</a:t>
            </a:r>
          </a:p>
          <a:p>
            <a:r>
              <a:t>  - Global access through an interface; replaceable at runtime</a:t>
            </a:r>
          </a:p>
          <a:p>
            <a:r>
              <a:t>- Dependency injection (Geometry Wars): passed in</a:t>
            </a:r>
          </a:p>
          <a:p>
            <a:r>
              <a:t>  - Dependencies visible in the constructor; replaced when constructing</a:t>
            </a:r>
          </a:p>
          <a:p>
            <a:r>
              <a:t>- Which one fits depends on how many classes need the service, and how deep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BeginRespawnOnLethalCollision is a component</a:t>
            </a:r>
          </a:p>
          <a:p>
            <a:r>
              <a:t>  - It only decides when its player has taken a lethal hit</a:t>
            </a:r>
          </a:p>
          <a:p>
            <a:r>
              <a:t>- PlaySession handles the consequences</a:t>
            </a:r>
          </a:p>
          <a:p>
            <a:r>
              <a:t>  - Clearing enemies and resetting spawning are rules of the run</a:t>
            </a:r>
          </a:p>
          <a:p>
            <a:r>
              <a:t>- Particles are the extreme case</a:t>
            </a:r>
          </a:p>
          <a:p>
            <a:r>
              <a:t>  - Thousands of sparks, no entities: one ParticleManager updates them in bulk</a:t>
            </a:r>
          </a:p>
          <a:p>
            <a:r>
              <a:t>  - Vampire Survivors takes this all the way: data-oriented design</a:t>
            </a:r>
          </a:p>
          <a:p>
            <a:r>
              <a:t>- ECS: entities are IDs, components are data, all behaviour in systems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 component is about its owner</a:t>
            </a:r>
          </a:p>
          <a:p>
            <a:r>
              <a:t>  - Its own state, and what happens to it: Health, Weapon, SeekTarget</a:t>
            </a:r>
          </a:p>
          <a:p>
            <a:r>
              <a:t>- Some rules span many entities, or the whole run</a:t>
            </a:r>
          </a:p>
          <a:p>
            <a:r>
              <a:t>  - Which pairs collide? When do enemies spawn? What happens when the player dies?</a:t>
            </a:r>
          </a:p>
          <a:p>
            <a:r>
              <a:t>- Those belong in systems</a:t>
            </a:r>
          </a:p>
          <a:p>
            <a:r>
              <a:t>  - CollisionSystem, EnemyDirector, BulletSpawner, PlaySession</a:t>
            </a:r>
          </a:p>
          <a:p>
            <a:r>
              <a:t>- A component that reaches into other entities is a system in disguise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You fire 20 bullets per second.</a:t>
            </a:r>
          </a:p>
          <a:p>
            <a:r>
              <a:t>  - Each hit spawns 30 particles.</a:t>
            </a:r>
          </a:p>
          <a:p>
            <a:r>
              <a:t>  - Each enemy dies into 50 debris pieces</a:t>
            </a:r>
          </a:p>
          <a:p>
            <a:r>
              <a:t>- That's thousands of new allocations per second</a:t>
            </a:r>
          </a:p>
          <a:p>
            <a:r>
              <a:t>  - All short-lived</a:t>
            </a:r>
          </a:p>
          <a:p>
            <a:r>
              <a:t>- C# is a managed language: new means the GC will eventually clean up</a:t>
            </a:r>
          </a:p>
          <a:p>
            <a:r>
              <a:t>- GC pauses are non-deterministic</a:t>
            </a:r>
          </a:p>
          <a:p>
            <a:r>
              <a:t>- A stutter every few seconds is the telltale sign of allocation-in-the-hot-loop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Share What's Shared, Store What's Unique</a:t>
            </a:r>
          </a:p>
          <a:p>
            <a:r>
              <a:t>- 500 enemies on screen</a:t>
            </a:r>
          </a:p>
          <a:p>
            <a:r>
              <a:t>  - But they're all the same sprite</a:t>
            </a:r>
          </a:p>
          <a:p>
            <a:r>
              <a:t>- Intrinsic state: shared, immutable</a:t>
            </a:r>
          </a:p>
          <a:p>
            <a:r>
              <a:t>  - The Texture2D, the mesh, the stats template</a:t>
            </a:r>
          </a:p>
          <a:p>
            <a:r>
              <a:t>- Extrinsic state: per-instance</a:t>
            </a:r>
          </a:p>
          <a:p>
            <a:r>
              <a:t>  - Position, velocity, current HP, color tint</a:t>
            </a:r>
          </a:p>
          <a:p>
            <a:r>
              <a:t>- One EnemyType object holds intrinsic data</a:t>
            </a:r>
          </a:p>
          <a:p>
            <a:r>
              <a:t>  - Each Entity references it</a:t>
            </a:r>
          </a:p>
          <a:p>
            <a:r>
              <a:t>- 500 entities × 4-byte pointer to one texture, not 500 copies of the texture</a:t>
            </a:r>
          </a:p>
          <a:p>
            <a:r>
              <a:t>- Memory: kilobytes instead of megabytes. Load time: instant instead of slow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Moving work to the GPU</a:t>
            </a:r>
          </a:p>
          <a:p>
            <a:r>
              <a:t>- CPU has ~8 cores. GPU has thousands</a:t>
            </a:r>
          </a:p>
          <a:p>
            <a:r>
              <a:t>  - But they all run the same program</a:t>
            </a:r>
          </a:p>
          <a:p>
            <a:r>
              <a:t>- Vertex shader: runs once per vertex</a:t>
            </a:r>
          </a:p>
          <a:p>
            <a:r>
              <a:t>  - Transforms positions, can displace geometry</a:t>
            </a:r>
          </a:p>
          <a:p>
            <a:r>
              <a:t>- Pixel (fragment) shader: runs once per pixel.</a:t>
            </a:r>
          </a:p>
          <a:p>
            <a:r>
              <a:t>  - Decides the final color</a:t>
            </a:r>
          </a:p>
          <a:p>
            <a:r>
              <a:t>- MonoGame ships with a default shader</a:t>
            </a:r>
          </a:p>
          <a:p>
            <a:r>
              <a:t>  - You can write custom ones in HLSL (.fx files)</a:t>
            </a:r>
          </a:p>
          <a:p>
            <a:r>
              <a:t>- Any per-pixel effect</a:t>
            </a:r>
          </a:p>
          <a:p>
            <a:r>
              <a:t>  - Glow, blur, distortion, color grading</a:t>
            </a:r>
          </a:p>
          <a:p>
            <a:r>
              <a:t>- The CPU submits draw calls; the GPU paints pixels in parallel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Bloom makes bright pixels bleed light into their neighbors</a:t>
            </a:r>
          </a:p>
          <a:p>
            <a:r>
              <a:t>- Render the scene to a RenderTarget2D instead of the back buffer</a:t>
            </a:r>
          </a:p>
          <a:p>
            <a:r>
              <a:t>- Threshold pass — keep only pixels brighter than some cutoff</a:t>
            </a:r>
          </a:p>
          <a:p>
            <a:r>
              <a:t>- Gaussian blur the bright pixels — horizontal pass, then vertical</a:t>
            </a:r>
          </a:p>
          <a:p>
            <a:r>
              <a:t>- Additively blend the blurred result back over the original scene</a:t>
            </a:r>
          </a:p>
          <a:p>
            <a:r>
              <a:t>- Each pass is a fullscreen quad with a different pixel shader (post-processing)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Structure</a:t>
            </a:r>
          </a:p>
          <a:p>
            <a:r>
              <a:t>  - Components define what an entity is</a:t>
            </a:r>
          </a:p>
          <a:p>
            <a:r>
              <a:t>- Orchestration</a:t>
            </a:r>
          </a:p>
          <a:p>
            <a:r>
              <a:t>  - Systems own the rules that span many entities</a:t>
            </a:r>
          </a:p>
          <a:p>
            <a:r>
              <a:t>- Dependencies</a:t>
            </a:r>
          </a:p>
          <a:p>
            <a:r>
              <a:t>  - Dependency injection hands out shared services</a:t>
            </a:r>
          </a:p>
          <a:p>
            <a:r>
              <a:t>- Memory Allocation</a:t>
            </a:r>
          </a:p>
          <a:p>
            <a:r>
              <a:t>  - Object Pool decides when entities are allocated</a:t>
            </a:r>
          </a:p>
          <a:p>
            <a:r>
              <a:t>- Shared Memory</a:t>
            </a:r>
          </a:p>
          <a:p>
            <a:r>
              <a:t>  - Flyweight decides what entities share</a:t>
            </a:r>
          </a:p>
          <a:p>
            <a:r>
              <a:t>- Presentation</a:t>
            </a:r>
          </a:p>
          <a:p>
            <a:r>
              <a:t>  - Shaders decide how entities look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w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400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isn’t to understand every system, but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is a system in disguise.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what’s shared, store what’s unique.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