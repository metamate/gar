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84" r:id="rId43"/>
    <p:sldId id="285" r:id="rId44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6eb465041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6eb465041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6eb46504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6eb46504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6eb465041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6eb465041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6eb46504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d6eb46504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the same as Data-Driven Design!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6eb465041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d6eb465041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6eb465041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6eb465041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ight loop, linear memory access, branch predictor is happy.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6eb465041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6eb465041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Partitioning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</a:t>
            </a:r>
            <a:r>
              <a:rPr lang="en"/>
              <a:t>housands of entities on screen at 60 FPS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Naive OOP collapses: deep inheritance, GC churn, cache misses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Forces real architectural decisions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pattern today fixes a real bottleneck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iconic neon glow and grid warp are pure shader work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https://github.com/Metamate/gmd2-geometrywars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</a:t>
            </a:r>
            <a:r>
              <a:rPr lang="en" u="sng">
                <a:solidFill>
                  <a:schemeClr val="hlink"/>
                </a:solidFill>
                <a:hlinkClick r:id="rId4"/>
              </a:rPr>
              <a:t>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The Problem</a:t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Inheritance seems natural: Enemy → ShootingEnemy → HomingShootingEnemy…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every new behavior combination doubles the hierarchy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Want a homing enemy that also explodes? Copy-paste the homing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diamond problem, fragile base classes, and dead code everywhere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Behavior should be composed, not inherited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The Solution</a:t>
            </a:r>
            <a:endParaRPr/>
          </a:p>
        </p:txBody>
      </p:sp>
      <p:sp>
        <p:nvSpPr>
          <p:cNvPr id="97" name="Google Shape;97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is just an ID plus a bag of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hold data and a small slice of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Transform, Sprite, Collider, Health, AIController, Weapon…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Mix and match: a HomingExplodingEnemy is just Homing + Explode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iterate over entities that have the components they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Favor composition over inheritance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classic OOP maxim, made concrete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 reusable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you keep the “Single Responsibility Principle” in mind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Simple Example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1172850" y="934050"/>
            <a:ext cx="6798300" cy="39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abstract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Owner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Transform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Rotation, Scale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Spawn a grunt enemy: no new class needed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Transform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gruntTex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Oriented Design</a:t>
            </a:r>
            <a:endParaRPr/>
          </a:p>
        </p:txBody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in Data, Not Objects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OOP asks: "What is a bullet?" — DOD asks: "How does bullet data flow?"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Array of Structs (AoS)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Bullet[]</a:t>
            </a:r>
            <a:r>
              <a:rPr lang="en"/>
              <a:t> — </a:t>
            </a:r>
            <a:r>
              <a:rPr lang="en"/>
              <a:t>each bullet is one object with all its fields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 of Arrays (SoA)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Separate float[] positionsX, positionsY, velocitiesX, 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SoA packs the fields you actually touch tightly together in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loop reads only what it needs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Nothing else is dragged into cache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Layout Matters</a:t>
            </a:r>
            <a:endParaRPr/>
          </a:p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L1 cache hit: ~1 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Main memory miss: ~100 ns — a 100× penalty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CPU fetches 64 bytes at a time (one cache line)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them count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AoS Bullet { Pos, Vel, Sprite, Owner, Tag, … } ≈ 80 bytes per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Updating positions drags sprites, tags, and pointers through cache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SoA positions[]: 16 bullets fit in one cache line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16× the throughput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bullets flying? This is the difference between 60 FPS and 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SoA Example</a:t>
            </a:r>
            <a:endParaRPr/>
          </a:p>
        </p:txBody>
      </p:sp>
      <p:sp>
        <p:nvSpPr>
          <p:cNvPr id="127" name="Google Shape;127;p23"/>
          <p:cNvSpPr txBox="1"/>
          <p:nvPr>
            <p:ph idx="2" type="body"/>
          </p:nvPr>
        </p:nvSpPr>
        <p:spPr>
          <a:xfrm>
            <a:off x="2549850" y="876500"/>
            <a:ext cx="40443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BulletSystem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10_000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SoA</a:t>
            </a:r>
            <a:r>
              <a:rPr lang="en">
                <a:solidFill>
                  <a:schemeClr val="accent5"/>
                </a:solidFill>
              </a:rPr>
              <a:t>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3" name="Google Shape;133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Grid.cs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ParticleManager.cs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GeometryWars3 (particles) and GeometryWars4 (grid)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Spatial Partitioning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every pair of n entities costs n × (n − 1) / 2 checks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3,000 entities: about 4.5 million checks per frame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broad phase only tests entities that are near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Uniform grid (spatial hash)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Divide the world into cells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frame, insert every entity into the cell(s) it overlaps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test entities that share a cell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Quadtrees and BVHs adapt better to uneven distributions, at the cost of complexity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Not in the code yet: this is exercise 3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Profiling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Don't guess, measure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Stopwatch: time a block of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Allocations and GCs: before and after a frame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GC.GetAllocatedBytesForCurrentThread(), GC.CollectionCount(0)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Frame time overlay: show milliseconds per frame, not FPS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Profilers: Visual Studio / Rider, dotnet-counters, dotnet-trace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game: press F3 for FPS, memory and entity count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Pattern defines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Layout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Data-Oriented Design defines how entities live in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 (deduplication)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Spatial partitioning decides which entities are tested against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a new enemy type by combining existing components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new component (e.g. a shield that absorbs one hit) to an existing enemy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 allocated bytes and gen-0 GCs per second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the bullet pool with new and compare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uniform grid broad phase for bullet-vs-enemy collisions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Measure collision time before and after with a Stopwatch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 inheritance hierarchy starting to hurt?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behaviours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is shared between many instances, and which is unique?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