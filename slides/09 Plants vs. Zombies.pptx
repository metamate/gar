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313" r:id="rId4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1.xml"/><Relationship Id="rId40" Type="http://schemas.openxmlformats.org/officeDocument/2006/relationships/slide" Target="slides/slide24.xml"/><Relationship Id="rId42" Type="http://schemas.openxmlformats.org/officeDocument/2006/relationships/slide" Target="slides/slide2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3.xml"/><Relationship Id="rId53" Type="http://schemas.openxmlformats.org/officeDocument/2006/relationships/slide" Target="slides/slide25.xml"/><Relationship Id="rId55" Type="http://schemas.openxmlformats.org/officeDocument/2006/relationships/slide" Target="slides/slide26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the self-review. Next by session 11: a release build on itch.io and a README.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vz-pla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says what something is. Here, what matters is what it can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