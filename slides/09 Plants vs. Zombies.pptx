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8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21.xml"/><Relationship Id="rId39" Type="http://schemas.openxmlformats.org/officeDocument/2006/relationships/slide" Target="slides/slide26.xml"/><Relationship Id="rId40" Type="http://schemas.openxmlformats.org/officeDocument/2006/relationships/slide" Target="slides/slide31.xml"/><Relationship Id="rId41" Type="http://schemas.openxmlformats.org/officeDocument/2006/relationships/slide" Target="slides/slide2.xml"/><Relationship Id="rId42" Type="http://schemas.openxmlformats.org/officeDocument/2006/relationships/slide" Target="slides/slide2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0.xml"/><Relationship Id="rId53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20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5.xml"/><Relationship Id="rId7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components.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components. We start with picking objects with the mouse, then see where inheritance breaks, then build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conehead test. Armour takes 12 (8 left), then 12 more: 8 absorbed, 4 through, so health 6: still standing.</a:t>
            </a:r>
          </a:p>
          <a:p>
            <a:r>
              <a:t>Ask: what would this test need with a ConeheadZombie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only on the components you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has one loop over all entities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Plant(...).With(new Shooter(...)).With(new SunProducer(...)), and one AddPacket line. Compare with the Repeater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Peashooter.Update fires one pea, with its interval as a private constant. A subclass cannot change either without Peashooter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lawn,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vz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202" y="1531275"/>
            <a:ext cx="5789596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do, by highlighting the cell with a faint plant.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lawn: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Repeater,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Repeater, a Peashooter that shoots two peas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Peashooter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only on the components you use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lawn,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Buckethead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buckethead: armour 20,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Plant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plant that shoots and makes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packet in Game1 (sunflower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plants.json: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Wall-nut that costs 25 and takes twice the bites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Sunflower that makes 50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