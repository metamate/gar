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323" r:id="rId31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22" r:id="rId3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21" r:id="rId33"/>
    <p:sldId id="309" r:id="rId68"/>
    <p:sldId id="310" r:id="rId69"/>
    <p:sldId id="311" r:id="rId70"/>
    <p:sldId id="315" r:id="rId39"/>
    <p:sldId id="312" r:id="rId71"/>
    <p:sldId id="324" r:id="rId29"/>
    <p:sldId id="280" r:id="rId30"/>
    <p:sldId id="325" r:id="rId28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8" Type="http://schemas.openxmlformats.org/officeDocument/2006/relationships/slide" Target="slides/slide37.xml"/><Relationship Id="rId29" Type="http://schemas.openxmlformats.org/officeDocument/2006/relationships/slide" Target="slides/slide36.xml"/><Relationship Id="rId30" Type="http://schemas.openxmlformats.org/officeDocument/2006/relationships/slide" Target="slides/slide31.xml"/><Relationship Id="rId31" Type="http://schemas.openxmlformats.org/officeDocument/2006/relationships/slide" Target="slides/slide7.xml"/><Relationship Id="rId32" Type="http://schemas.openxmlformats.org/officeDocument/2006/relationships/slide" Target="slides/slide16.xml"/><Relationship Id="rId33" Type="http://schemas.openxmlformats.org/officeDocument/2006/relationships/slide" Target="slides/slide25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10.xml"/><Relationship Id="rId37" Type="http://schemas.openxmlformats.org/officeDocument/2006/relationships/slide" Target="slides/slide14.xml"/><Relationship Id="rId38" Type="http://schemas.openxmlformats.org/officeDocument/2006/relationships/slide" Target="slides/slide23.xml"/><Relationship Id="rId39" Type="http://schemas.openxmlformats.org/officeDocument/2006/relationships/slide" Target="slides/slide29.xml"/><Relationship Id="rId40" Type="http://schemas.openxmlformats.org/officeDocument/2006/relationships/slide" Target="slides/slide34.xml"/><Relationship Id="rId41" Type="http://schemas.openxmlformats.org/officeDocument/2006/relationships/slide" Target="slides/slide2.xml"/><Relationship Id="rId42" Type="http://schemas.openxmlformats.org/officeDocument/2006/relationships/slide" Target="slides/slide3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3.xml"/><Relationship Id="rId53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5.xml"/><Relationship Id="rId63" Type="http://schemas.openxmlformats.org/officeDocument/2006/relationships/slide" Target="slides/slide17.xml"/><Relationship Id="rId64" Type="http://schemas.openxmlformats.org/officeDocument/2006/relationships/slide" Target="slides/slide18.xml"/><Relationship Id="rId65" Type="http://schemas.openxmlformats.org/officeDocument/2006/relationships/slide" Target="slides/slide19.xml"/><Relationship Id="rId66" Type="http://schemas.openxmlformats.org/officeDocument/2006/relationships/slide" Target="slides/slide22.xml"/><Relationship Id="rId67" Type="http://schemas.openxmlformats.org/officeDocument/2006/relationships/slide" Target="slides/slide24.xml"/><Relationship Id="rId68" Type="http://schemas.openxmlformats.org/officeDocument/2006/relationships/slide" Target="slides/slide26.xml"/><Relationship Id="rId69" Type="http://schemas.openxmlformats.org/officeDocument/2006/relationships/slide" Target="slides/slide27.xml"/><Relationship Id="rId70" Type="http://schemas.openxmlformats.org/officeDocument/2006/relationships/slide" Target="slides/slide28.xml"/><Relationship Id="rId71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session in one slide. Read each concern aloud and let the class give the answer before pointing at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shieldbearer test. Armour takes 12 (8 left), then 12 more: 8 absorbed, 4 through, so health 6: still standing.</a:t>
            </a:r>
          </a:p>
          <a:p>
            <a:r>
              <a:t>Ask: what would this test need with a ShieldbearerGoblin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Coins and cards are separate objects: check each.</a:t>
            </a:r>
          </a:p>
          <a:p>
            <a:r>
              <a:t>When they overlap, the order decides: coins first, then cards, then the field.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  <a:p>
            <a:r>
              <a:t>an Archer subclass</a:t>
            </a:r>
          </a:p>
          <a:p>
            <a:r>
              <a:t>that overrides... what?</a:t>
            </a:r>
          </a:p>
          <a:p>
            <a:r>
              <a:t>a Goblin subclass;</a:t>
            </a:r>
          </a:p>
          <a:p>
            <a:r>
              <a:t>armour for a defender: copy it</a:t>
            </a:r>
          </a:p>
          <a:p>
            <a:r>
              <a:t>Shoots and makes gold</a:t>
            </a:r>
          </a:p>
          <a:p>
            <a:r>
              <a:t>which parent?</a:t>
            </a:r>
          </a:p>
          <a:p>
            <a:r>
              <a:t>C# allows only one</a:t>
            </a:r>
          </a:p>
          <a:p>
            <a:r>
              <a:t>already copied:</a:t>
            </a:r>
          </a:p>
          <a:p>
            <a:r>
              <a:t>a goblin isn’t a defender</a:t>
            </a:r>
          </a:p>
          <a:p>
            <a:r>
              <a:t>Inheritance describes what something is. In this game, what it can do matters more.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an arrow hits a goblin;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defender’s cost, in each defender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this game?</a:t>
            </a:r>
          </a:p>
          <a:p>
            <a:r>
              <a:t>A: The abilities (shooting, making gold, armour, walking, attacking) combine freely, but a class has one base class. Combinations mean choosing one parent and copying the other ability, and abilities shared by defenders and goblins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(Owner.Get&lt;Attacker&gt;()),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card, hover the field: the highlighted cell and the faint defender</a:t>
            </a:r>
          </a:p>
          <a:p>
            <a:r>
              <a:t>- click to place a defender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Defender and Goblin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defenders or goblins: each kind is a list of components. A Wizard and a Shieldbearer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attacker) or through the world (a shooter asks for a goblin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archer’s cost isn’t in any one archer: it belongs to the kind. One DefenderType per kind, loaded from defenders.json.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defenders.json and goblins.json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cards that recharge, gold from the sky (a coin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gold, place a chest and an archer, watch a shieldbearer lose its shield.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Defender(...).With(new Shooter(...)).With(new GoldProducer(...)), and one AddCard line. Compare with the Wizard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Archer.Update fires one arrow, with its interval as a private constant. A subclass cannot change either without Archer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field,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DefenderType for all archers, from the data file. Each archer on the field holds only what is its own.</a:t>
            </a:r>
          </a:p>
          <a:p>
            <a:r>
              <a:t>Ask: where does the cost belong? Answer: with the kind; the archer on the field has no cost.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kinds of thing, four lists. Health is written once and used by all of them.</a:t>
            </a:r>
          </a:p>
          <a:p>
            <a:r>
              <a:t>Ask: what is a Shieldbearer? Answer: a Goblin with one more component.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steps: from window pixels to the game's virtual resolution, then from a point to a cell with a division.</a:t>
            </a:r>
          </a:p>
          <a:p>
            <a:r>
              <a:t>Ask: what does CellAt give off the field? Answer: null.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holds what in the finished game. The world keeps entities and never asks what kind they are.</a:t>
            </a:r>
          </a:p>
          <a:p>
            <a:r>
              <a:t>The two type classes on the right create entities. Ask: where would a new ability go, and where a new kind?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Guard or the Runner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3" y="1531275"/>
            <a:ext cx="5789594" cy="3256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Field.cs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Click to a Cell</a:t>
            </a:r>
            <a:endParaRPr/>
          </a:p>
        </p:txBody>
      </p:sp>
      <p:pic>
        <p:nvPicPr>
          <p:cNvPr id="3" name="Picture 2" descr="pi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3" y="1051560"/>
            <a:ext cx="8182573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Coins, cards: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Cards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defender.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card, click a cell to place a defender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field: what does CellAt give you?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Defenders and Goblins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Defender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Chest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Archer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Knight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Goblin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Arrow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pic>
        <p:nvPicPr>
          <p:cNvPr id="295" name="Picture 294" descr="inheri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defenders and goblins as a class hierarchy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Wizard,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Wizard, an Archer that shoots two arrows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Archer has to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GoldProducer, Walker, Attacker,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Entity Is a List of Components</a:t>
            </a:r>
            <a:endParaRPr/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defenders or goblins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Wizard, Shieldbearer: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gold: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defenders and goblins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Chest(World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"chest",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GoldProducer(9,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Wizard(World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"wizard",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Goblin(World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SpriteRenderer(goblin))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Walker(28))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Attacker(1));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Shieldbearer(World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Goblin(world).With(new Armour(18, shield));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Attacker attacks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goblin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(Owner.Get&lt;Attacker&gt;()?.IsAttacking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World.FirstGoblinAhead(Owner.Row,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Get&lt;Attacker&gt;()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arrow hits a goblin: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arrow’s rule, or the goblin’s?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field,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 Armour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goblin with armour 20 and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Defender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defender that shoots and makes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card in Game1 (chest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archer’s cost: not in any one archer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DefenderType per kind of defender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defenders.json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defenders.json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"goldProducer":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9,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and Instances</a:t>
            </a:r>
            <a:endParaRPr/>
          </a:p>
        </p:txBody>
      </p:sp>
      <p:pic>
        <p:nvPicPr>
          <p:cNvPr id="3" name="Picture 2" descr="type-ob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An Ironclad: a goblin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defender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(GoldProducer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GoldProducer(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GoldProducer.Interval, GoldProducer.Amount));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defender;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defender’s cost: in each defender, or in its type?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defender and goblin types from JSON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defenders.json: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Knight that costs 25 and takes twice the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Chest that makes 50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gold, gold from the sky, which goblin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Cards recharge after 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gold: a coin with one more component, Faller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Guard and a Runner. Any code? What does a type share that a prefab copies?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Frost Wizard: arrows that slow goblins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 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shield for defenders.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pitchfork that sends the defender you click back into the castle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DefenderType.Create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this game?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Game: Who Holds What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No class is an archer or a goblin. The types create entities.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Game1 :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 states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title, play, end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383030" y="2066544"/>
            <a:ext cx="318897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0088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World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only sees entities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088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Entity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many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0884" y="3776472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one ability each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09010" y="3596640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0901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509010" y="2066544"/>
            <a:ext cx="106299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2686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CardBar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686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DefenderType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 card for each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3499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72000" y="2066544"/>
            <a:ext cx="106299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5284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Level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level1.json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5284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GoblinType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named by the spawns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6097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2066544"/>
            <a:ext cx="318897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DefenderType and GoblinType create the entities the world holds.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Six concerns, and this session’s answer to each.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the player clicked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Picking: window, game, cell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a thing can do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parts work together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Through the owner, and the world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a kind of thing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Type Object, from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 new kind of thing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Data, plus a component if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Checking one ability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test with only its parts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