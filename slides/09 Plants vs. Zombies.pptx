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6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19.xml"/><Relationship Id="rId39" Type="http://schemas.openxmlformats.org/officeDocument/2006/relationships/slide" Target="slides/slide24.xml"/><Relationship Id="rId40" Type="http://schemas.openxmlformats.org/officeDocument/2006/relationships/slide" Target="slides/slide29.xml"/><Relationship Id="rId41" Type="http://schemas.openxmlformats.org/officeDocument/2006/relationships/slide" Target="slides/slide2.xml"/><Relationship Id="rId42" Type="http://schemas.openxmlformats.org/officeDocument/2006/relationships/slide" Target="slides/slide2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8.xml"/><Relationship Id="rId53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the self-review. Next by session 11: a release build on itch.io and a README.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