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4" r:id="rId41"/>
    <p:sldId id="257" r:id="rId7"/>
    <p:sldId id="258" r:id="rId8"/>
    <p:sldId id="259" r:id="rId9"/>
    <p:sldId id="297" r:id="rId56"/>
    <p:sldId id="298" r:id="rId57"/>
    <p:sldId id="299" r:id="rId58"/>
    <p:sldId id="318" r:id="rId36"/>
    <p:sldId id="300" r:id="rId59"/>
    <p:sldId id="301" r:id="rId60"/>
    <p:sldId id="302" r:id="rId61"/>
    <p:sldId id="317" r:id="rId37"/>
    <p:sldId id="303" r:id="rId62"/>
    <p:sldId id="304" r:id="rId63"/>
    <p:sldId id="305" r:id="rId64"/>
    <p:sldId id="306" r:id="rId65"/>
    <p:sldId id="307" r:id="rId66"/>
    <p:sldId id="316" r:id="rId38"/>
    <p:sldId id="308" r:id="rId67"/>
    <p:sldId id="309" r:id="rId68"/>
    <p:sldId id="310" r:id="rId69"/>
    <p:sldId id="311" r:id="rId70"/>
    <p:sldId id="315" r:id="rId39"/>
    <p:sldId id="312" r:id="rId71"/>
    <p:sldId id="280" r:id="rId30"/>
    <p:sldId id="292" r:id="rId42"/>
    <p:sldId id="293" r:id="rId52"/>
    <p:sldId id="313" r:id="rId40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6.xml"/><Relationship Id="rId36" Type="http://schemas.openxmlformats.org/officeDocument/2006/relationships/slide" Target="slides/slide9.xml"/><Relationship Id="rId37" Type="http://schemas.openxmlformats.org/officeDocument/2006/relationships/slide" Target="slides/slide13.xml"/><Relationship Id="rId38" Type="http://schemas.openxmlformats.org/officeDocument/2006/relationships/slide" Target="slides/slide19.xml"/><Relationship Id="rId39" Type="http://schemas.openxmlformats.org/officeDocument/2006/relationships/slide" Target="slides/slide24.xml"/><Relationship Id="rId40" Type="http://schemas.openxmlformats.org/officeDocument/2006/relationships/slide" Target="slides/slide29.xml"/><Relationship Id="rId41" Type="http://schemas.openxmlformats.org/officeDocument/2006/relationships/slide" Target="slides/slide2.xml"/><Relationship Id="rId42" Type="http://schemas.openxmlformats.org/officeDocument/2006/relationships/slide" Target="slides/slide27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8.xml"/><Relationship Id="rId53" Type="http://schemas.openxmlformats.org/officeDocument/2006/relationships/slide" Target="slides/slide30.xml"/><Relationship Id="rId55" Type="http://schemas.openxmlformats.org/officeDocument/2006/relationships/slide" Target="slides/slide31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4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18.xml"/><Relationship Id="rId67" Type="http://schemas.openxmlformats.org/officeDocument/2006/relationships/slide" Target="slides/slide20.xml"/><Relationship Id="rId68" Type="http://schemas.openxmlformats.org/officeDocument/2006/relationships/slide" Target="slides/slide21.xml"/><Relationship Id="rId69" Type="http://schemas.openxmlformats.org/officeDocument/2006/relationships/slide" Target="slides/slide22.xml"/><Relationship Id="rId70" Type="http://schemas.openxmlformats.org/officeDocument/2006/relationships/slide" Target="slides/slide23.xml"/><Relationship Id="rId7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Plants vs. Zombies. The main topic: the Component pattern.</a:t>
            </a:r>
          </a:p>
          <a:p>
            <a:r>
              <a:t>Start by playing the finished game, Pvz4,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Pvz4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the Component pattern. First picking with the mouse, then where inheritance breaks, then components, then Type Object.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gar-games/09-plants-vs-zombies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Milestone today: the self-review. Next by session 11: a release build on itch.io and a README.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grid: one division finds the cell. Suns and packets are separate objects: check each.</a:t>
            </a:r>
          </a:p>
          <a:p>
            <a:r>
              <a:t>When they overlap, the order decides: sun first, then packets, then the lawn. And show what a click will do before it happens.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class per kind of thing, and one list per class in the World. It works for now.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 through the four boxes and let the class try to place each one. The third has no answer: C# has one base class.</a:t>
            </a:r>
          </a:p>
          <a:p>
            <a:r>
              <a:t>Inheritance says what something is; here what matters is what it can do.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costs: finding each other takes code (and may return null), the order they run in matters, and some rules have no obvious owner.</a:t>
            </a:r>
          </a:p>
          <a:p>
            <a:r>
              <a:t>Ask the third question: a pea hits a zombie; whose rule is it? Geometry Wars answers with systems.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Angry Birds copied a configured object; here a type creates instances and keeps shared data once.</a:t>
            </a:r>
          </a:p>
          <a:p>
            <a:r>
              <a:t>Ask the question: a plant’s cost, in each plant or in its type? The type.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does inheritance break down for Plants vs. Zombies?</a:t>
            </a:r>
          </a:p>
          <a:p>
            <a:r>
              <a:t>A: The abilities (shooting, making sun, armour, walking, eating) combine freely, but a class has one base class. Combinations mean choosing one parent and copying the other ability, and abilities shared by plants and zombies (health) get copied too.</a:t>
            </a:r>
          </a:p>
          <a:p/>
          <a:p>
            <a:r>
              <a:t>Q: How do components in the same entity work together without knowing each other's classes in advance?</a:t>
            </a:r>
          </a:p>
          <a:p>
            <a:r>
              <a:t>A: They ask their owner for a sibling (Owner.Get&lt;Eater&gt;()), and handle it being missing. For other entities, they ask the world.</a:t>
            </a:r>
          </a:p>
          <a:p/>
          <a:p>
            <a:r>
              <a:t>Q: What goes in a type object, and what goes in an instance?</a:t>
            </a:r>
          </a:p>
          <a:p>
            <a:r>
              <a:t>A: The type holds what all things of that kind share (cost, recharge time, sprite, starting health, and how to build one). The instance holds what's its own: its position, its current health, its timers.</a:t>
            </a:r>
          </a:p>
          <a:p/>
          <a:p>
            <a:r>
              <a:t>Q: How is picking on a grid different from picking a list of objects?</a:t>
            </a:r>
          </a:p>
          <a:p>
            <a:r>
              <a:t>A: On a grid, the cell is computed from the position with a division, however many cells there are. For separate objects, each one is checked, and the order of the checks decides which of two overlapping objects gets the click.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did the player click on? Two conversions: from the window to the game (the scale matrix, inverted), and from a point to a cell (a division).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Pvz0.</a:t>
            </a:r>
          </a:p>
          <a:p>
            <a:r>
              <a:t>- choose a packet, hover the lawn: the highlighted cell and the faint plant</a:t>
            </a:r>
          </a:p>
          <a:p>
            <a:r>
              <a:t>- click to plant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Pvz1.</a:t>
            </a:r>
          </a:p>
          <a:p>
            <a:r>
              <a:t>- the Plant and Zombie hierarchies</a:t>
            </a:r>
          </a:p>
          <a:p>
            <a:r>
              <a:t>- the copied health code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entity: a position, a row and a list of components. A component: one ability. The entity updates its components.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classes for plants or zombies: each kind is a list of components. A Repeater and a Conehead are recipes, not classes. Health is written once.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Through the owner (the walker checks the eater) or through the world (a shooter asks for a zombie ahead in its row).</a:t>
            </a:r>
          </a:p>
          <a:p>
            <a:r>
              <a:t>Depend on components, not on kinds of entity.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Pvz1 and Pvz2 side by side (a diff tool, or two editor panes), then run Pvz2.</a:t>
            </a:r>
          </a:p>
          <a:p>
            <a:r>
              <a:t>- Components/</a:t>
            </a:r>
          </a:p>
          <a:p>
            <a:r>
              <a:t>- Recipes.cs</a:t>
            </a:r>
          </a:p>
          <a:p>
            <a:r>
              <a:t>- the World now loops over entities, not per class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peashooter’s cost isn’t in any one peashooter: it belongs to the kind. One PlantType per kind, loaded from plants.json.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type builds an entity with a component for each kind of data it has. New kinds from old components need only data.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Pvz2 and Pvz3 side by side (a diff tool, or two editor panes), then run Pvz3.</a:t>
            </a:r>
          </a:p>
          <a:p>
            <a:r>
              <a:t>- plants.json and zombies.json</a:t>
            </a:r>
          </a:p>
          <a:p>
            <a:r>
              <a:t>- Types.cs</a:t>
            </a:r>
          </a:p>
          <a:p>
            <a:r>
              <a:t>- change a cost in the JSON and run again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level from JSON, packets that recharge, sun from the sky (a sun with one more component, Faller), winning and losing.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registry of components by name. Ask what you lose: the compiler checking the data’s shape.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play a minute of Pvz4: collect sun, plant a sunflower and a peashooter, watch a conehead lose its cone.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Plants vs. Zombies.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Only data changes; the next run picks it up.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One recipe: Plant(...).With(new Shooter(...)).With(new SunProducer(...)), and one AddPacket line. Compare with the Repeater by inheritance.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Peashooter.Update fires one pea, with its interval as a private constant. A subclass cannot change either without Peashooter opening up (a virtual method or a protected field).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Window.Title = $"{cell}" in Update. Off the lawn, CellAt returns null: not every point is a cell.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Pvz4. Ask after the first: did the Tall-nut or the Flag Zombie need any code? Only data.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Plants vs. Zombies</a:t>
            </a:r>
            <a:endParaRPr/>
          </a:p>
        </p:txBody>
      </p:sp>
      <p:pic>
        <p:nvPicPr>
          <p:cNvPr id="3" name="Picture 2" descr="plants-vs-zomb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12" y="960120"/>
            <a:ext cx="490817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Plants vs. Zombies (PopCap Games, 2009). Screenshot © PopCap Games.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vz-play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201" y="1531275"/>
            <a:ext cx="5789598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09-plants-vs-zombies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(Pvz0 to Pvz4),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Lawn.cs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cell. Separate objects: check each one.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lawn: a grid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division finds the cell,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however many cells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Suns, seed packets: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inside its rectangle?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within its radius?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When they overlap, the order of the checks decides: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46304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31012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56616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Seed packets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541324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5669279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And show what a click will do: highlight the cell, with a faint plant.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packet, click a cell to plant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Where Is the Mouse?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cell under the mouse in the window title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off the lawn: what does CellAt give you?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and Zombies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thing. It works.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3716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Plant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6576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Sunflower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024128" y="1892807"/>
            <a:ext cx="1444752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unded Rectangle 297"/>
          <p:cNvSpPr/>
          <p:nvPr/>
        </p:nvSpPr>
        <p:spPr>
          <a:xfrm>
            <a:off x="182880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Peashooter</a:t>
            </a:r>
          </a:p>
        </p:txBody>
      </p:sp>
      <p:cxnSp>
        <p:nvCxnSpPr>
          <p:cNvPr id="299" name="Connector 298"/>
          <p:cNvCxnSpPr/>
          <p:nvPr/>
        </p:nvCxnSpPr>
        <p:spPr>
          <a:xfrm flipH="1" flipV="1">
            <a:off x="2468880" y="1892807"/>
            <a:ext cx="1828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29184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WallNut</a:t>
            </a:r>
          </a:p>
        </p:txBody>
      </p:sp>
      <p:cxnSp>
        <p:nvCxnSpPr>
          <p:cNvPr id="301" name="Connector 300"/>
          <p:cNvCxnSpPr/>
          <p:nvPr/>
        </p:nvCxnSpPr>
        <p:spPr>
          <a:xfrm flipH="1" flipV="1">
            <a:off x="2468880" y="1892807"/>
            <a:ext cx="148132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846320" y="13716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Zombie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35508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Pea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58952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World keeps one list per class.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new things. Where does each one go?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Repeater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Peashooter subclass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that overrides... what?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51460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Conehead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subclass;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armour for a plant: copy it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461772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Shoots and makes sun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which parent?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C# allows only one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672084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Health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already copied: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isn’t a plant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Inheritance describes what something is. In this game, what it can do matters more.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plants and zombies as a class hierarchy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Repeater, by Inheritance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a Repeater, a Peashooter that shoots two peas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far do you get before Peashooter has to change?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SunProducer, Walker, Eater,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plants or zombies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Repeater, Conehead: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sun: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plants and zombies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Sunflower(World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"sunflower",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SunProducer(12,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Repeater(World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"repeater",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Zombie(World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SpriteRenderer(zombie))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Walker(16))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Eater(1));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Conehead(World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Zombie(world).With(new Armour(18, cone));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Eater eats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zombie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 components, not on kinds of entity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(Owner.Get&lt;Eater&gt;()?.IsEating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World.FirstZombieAhead(Owner.Row,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aren’t free.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Finding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Get&lt;Eater&gt;() searches a list,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may return null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Order matters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 update and draw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the order they were added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does a rule go?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 hits a zombie: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pea’s rule, or the zombie’s?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 moves rules like that into systems.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Plant From Parts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Pvz2’s Recipes: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plant that shoots and makes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it a packet in Game1 (sunflower sprite)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new code?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peashooter’s cost: not in any one peashooter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PlantType per kind of plant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plants.json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plants.json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"sunProducer":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12,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Buckethead: a zombie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Cherry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plant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(SunProducer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SunProducer(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SunProducer.Interval, SunProducer.Amount));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plant;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ways to make many things of one kind.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Prototype (Angry Birds)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copy a configured 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copied into each clone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“more like this one”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Type Object (here)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type class creates instances;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kept once, in the type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kinds with their own data and rules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plant’s cost: in each plant, or in its type?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plant and zombie types from JSON</a:t>
            </a:r>
            <a:endParaRPr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Balance by Data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plants.json: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Wall-nut that costs 25 and takes twice the bites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Sunflower that makes 50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you compile anything?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sun, sun from the sky, which zombie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Seed packets recharge after planting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sun: a sun with one more component, Faller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Tall-nut and a Flag Zombie. Any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Snow Pea: peas that slow zombies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Pumpkin: armour for plants.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shovel that removes the plant you click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inheritance break down for Plants vs. Zombies?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components in one entity work together without knowing each other’s classes?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a type object, and what goes in an instance?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picking on a grid different from picking a list of objects?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 least one refactoring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