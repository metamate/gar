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1.xml"/><Relationship Id="rId40" Type="http://schemas.openxmlformats.org/officeDocument/2006/relationships/slide" Target="slides/slide26.xml"/><Relationship Id="rId42" Type="http://schemas.openxmlformats.org/officeDocument/2006/relationships/slide" Target="slides/slide2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3.xml"/><Relationship Id="rId53" Type="http://schemas.openxmlformats.org/officeDocument/2006/relationships/slide" Target="slides/slide24.xml"/><Relationship Id="rId55" Type="http://schemas.openxmlformats.org/officeDocument/2006/relationships/slide" Target="slides/slide25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09-plants-vs-zombies)</a:t>
            </a:r>
          </a:p>
          <a:p>
            <a:r>
              <a:t>- The game is built up in steps: Pvz0 → Pvz4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Pvz4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 grid: compute the cell, however many cells there are</a:t>
            </a:r>
          </a:p>
          <a:p>
            <a:r>
              <a:t>- Separate objects (seed packets, sun): check each one</a:t>
            </a:r>
          </a:p>
          <a:p>
            <a:r>
              <a:t>  - Inside its rectangle? Within its radius?</a:t>
            </a:r>
          </a:p>
          <a:p>
            <a:r>
              <a:t>- When things overlap, the order of the checks decides</a:t>
            </a:r>
          </a:p>
          <a:p>
            <a:r>
              <a:t>  - Sun first, then the seed packets, then the lawn</a:t>
            </a:r>
          </a:p>
          <a:p>
            <a:r>
              <a:t>- Show what a click will do: highlight the cell, and a faint plant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 class per kind of thing</a:t>
            </a:r>
          </a:p>
          <a:p>
            <a:r>
              <a:t>  - Plant → Sunflower, Peashooter, WallNut</a:t>
            </a:r>
          </a:p>
          <a:p>
            <a:r>
              <a:t>  - Zombie, Pea, Sun</a:t>
            </a:r>
          </a:p>
          <a:p>
            <a:r>
              <a:t>- World: one list per class</a:t>
            </a:r>
          </a:p>
          <a:p>
            <a:r>
              <a:t>- It works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A Repeater: a Peashooter subclass that overrides… what?</a:t>
            </a:r>
          </a:p>
          <a:p>
            <a:r>
              <a:t>- A Conehead: a Zombie subclass. A plant with armour: copy it</a:t>
            </a:r>
          </a:p>
          <a:p>
            <a:r>
              <a:t>- A plant that shoots and makes sun: which parent?</a:t>
            </a:r>
          </a:p>
          <a:p>
            <a:r>
              <a:t>  - C# allows one base class: copy the other ability</a:t>
            </a:r>
          </a:p>
          <a:p>
            <a:r>
              <a:t>- Health is already copied: a zombie isn’t a plant</a:t>
            </a:r>
          </a:p>
          <a:p>
            <a:r>
              <a:t>- Inheritance says what something is; here, what matters is what it can do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Finding each other takes code</a:t>
            </a:r>
          </a:p>
          <a:p>
            <a:r>
              <a:t>  - Get&lt;Eater&gt;() searches a list, and may return null</a:t>
            </a:r>
          </a:p>
          <a:p>
            <a:r>
              <a:t>- Order matters</a:t>
            </a:r>
          </a:p>
          <a:p>
            <a:r>
              <a:t>  - Components update and draw in the order they were added</a:t>
            </a:r>
          </a:p>
          <a:p>
            <a:r>
              <a:t>- Where does a rule go?</a:t>
            </a:r>
          </a:p>
          <a:p>
            <a:r>
              <a:t>  - A pea hits a zombie: the pea’s rule, or the zombie’s?</a:t>
            </a:r>
          </a:p>
          <a:p>
            <a:r>
              <a:t>  - Geometry Wars moves such rules into systems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Prototype (Angry Birds): copy a configured object</a:t>
            </a:r>
          </a:p>
          <a:p>
            <a:r>
              <a:t>  - Shared data is copied into every clone</a:t>
            </a:r>
          </a:p>
          <a:p>
            <a:r>
              <a:t>  - Good for “make more like this one”</a:t>
            </a:r>
          </a:p>
          <a:p>
            <a:r>
              <a:t>- Type Object: a separate type class creates instances</a:t>
            </a:r>
          </a:p>
          <a:p>
            <a:r>
              <a:t>  - Shared data is kept once, in the type</a:t>
            </a:r>
          </a:p>
          <a:p>
            <a:r>
              <a:t>  - An instance can refer to its type</a:t>
            </a:r>
          </a:p>
          <a:p>
            <a:r>
              <a:t>  - Good for kinds with their own data and rules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vz-pla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says what something is. Here, what matters is what it can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