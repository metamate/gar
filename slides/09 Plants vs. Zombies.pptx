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04" r:id="rId63"/>
    <p:sldId id="305" r:id="rId64"/>
    <p:sldId id="306" r:id="rId65"/>
    <p:sldId id="320" r:id="rId34"/>
    <p:sldId id="319" r:id="rId35"/>
    <p:sldId id="307" r:id="rId66"/>
    <p:sldId id="316" r:id="rId38"/>
    <p:sldId id="308" r:id="rId67"/>
    <p:sldId id="309" r:id="rId68"/>
    <p:sldId id="310" r:id="rId69"/>
    <p:sldId id="311" r:id="rId70"/>
    <p:sldId id="315" r:id="rId39"/>
    <p:sldId id="312" r:id="rId71"/>
    <p:sldId id="280" r:id="rId30"/>
    <p:sldId id="292" r:id="rId42"/>
    <p:sldId id="293" r:id="rId52"/>
    <p:sldId id="313" r:id="rId4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8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9.xml"/><Relationship Id="rId37" Type="http://schemas.openxmlformats.org/officeDocument/2006/relationships/slide" Target="slides/slide13.xml"/><Relationship Id="rId38" Type="http://schemas.openxmlformats.org/officeDocument/2006/relationships/slide" Target="slides/slide21.xml"/><Relationship Id="rId39" Type="http://schemas.openxmlformats.org/officeDocument/2006/relationships/slide" Target="slides/slide26.xml"/><Relationship Id="rId40" Type="http://schemas.openxmlformats.org/officeDocument/2006/relationships/slide" Target="slides/slide31.xml"/><Relationship Id="rId41" Type="http://schemas.openxmlformats.org/officeDocument/2006/relationships/slide" Target="slides/slide2.xml"/><Relationship Id="rId42" Type="http://schemas.openxmlformats.org/officeDocument/2006/relationships/slide" Target="slides/slide29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0.xml"/><Relationship Id="rId53" Type="http://schemas.openxmlformats.org/officeDocument/2006/relationships/slide" Target="slides/slide32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20.xml"/><Relationship Id="rId67" Type="http://schemas.openxmlformats.org/officeDocument/2006/relationships/slide" Target="slides/slide22.xml"/><Relationship Id="rId68" Type="http://schemas.openxmlformats.org/officeDocument/2006/relationships/slide" Target="slides/slide23.xml"/><Relationship Id="rId69" Type="http://schemas.openxmlformats.org/officeDocument/2006/relationships/slide" Target="slides/slide24.xml"/><Relationship Id="rId70" Type="http://schemas.openxmlformats.org/officeDocument/2006/relationships/slide" Target="slides/slide25.xml"/><Relationship Id="rId71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the Component pattern.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the Component pattern. First picking with the mouse, then where inheritance breaks, then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Copy the conehead test. Armour takes 12 (8 left), then 12 more: 8 absorbed, 4 through, so health 6: still standing.</a:t>
            </a:r>
          </a:p>
          <a:p>
            <a:r>
              <a:t>Ask: what would this test need with a ConeheadZombie subclass? The whole class and its bases.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Suns and packets are separate objects: check each.</a:t>
            </a:r>
          </a:p>
          <a:p>
            <a:r>
              <a:t>When they overlap, the order decides: sun first, then packets, then the lawn.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 pea hits a zombie;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plant’s cost, in each plant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Plants vs. Zombies?</a:t>
            </a:r>
          </a:p>
          <a:p>
            <a:r>
              <a:t>A: The abilities (shooting, making sun, armour, walking, eating) combine freely, but a class has one base class. Combinations mean choosing one parent and copying the other ability, and abilities shared by plants and zombies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(Owner.Get&lt;Eater&gt;()),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packet, hover the lawn: the highlighted cell and the faint plant</a:t>
            </a:r>
          </a:p>
          <a:p>
            <a:r>
              <a:t>- click to plant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Plant and Zombie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plants or zombies: each kind is a list of components. A Repeater and a Conehead are recipes, not classes.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eater) or through the world (a shooter asks for a zombie ahead in its row).</a:t>
            </a:r>
          </a:p>
          <a:p>
            <a:r>
              <a:t>Depend on components, not on kinds of entity.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loops over entities, not per class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peashooter’s cost isn’t in any one peashooter: it belongs to the kind. One PlantType per kind, loaded from plants.json.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plants.json and zombies.json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packets that recharge, sun from the sky (a sun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sun, plant a sunflower and a peashooter, watch a conehead lose its cone.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Plant(...).With(new Shooter(...)).With(new SunProducer(...)), and one AddPacket line. Compare with the Repeater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Peashooter.Update fires one pea, with its interval as a private constant. A subclass cannot change either without Peashooter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lawn, CellAt returns null: not every point is a cell.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ComponentTests.cs and run dotnet test. The world is null because Health and Armour never use it.</a:t>
            </a:r>
          </a:p>
          <a:p>
            <a:r>
              <a:t>This is the testing thread from Sokoban again: small parts with clear inputs are what make tests easy.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Tall-nut or the Flag Zombie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pvz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202" y="1531275"/>
            <a:ext cx="5789596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Pvz4, and Pvz.Tests),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Lawn.cs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Suns, seed packets: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Seed packets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do: highlight the cell, with a faint plant.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packet, click a cell to plant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lawn: what does CellAt give you?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and Zombies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Plant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Sunflower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Peashooter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WallNut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Zombie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Pea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Repeater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Peashooter subclass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that overrides... what?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Conehead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subclass;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armour for a plant: copy it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Shoots and makes sun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which parent?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C# allows only one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Health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already copied: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isn’t a plant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Inheritance describes what something is. In this game, what it can do matters more.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plants and zombies as a class hierarchy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Repeater,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Repeater, a Peashooter that shoots two peas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Peashooter has to change?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SunProducer, Walker, Eater,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plants or zombies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Repeater, Conehead: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sun: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plants and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Sunflower(World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"sunflower",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SunProducer(12,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Repeater(World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"repeater",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Zombie(World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SpriteRenderer(zombie))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Walker(16))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Eater(1));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Conehead(World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Zombie(world).With(new Armour(18, cone));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Eater eats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zombie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 components, not on kinds of entity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(Owner.Get&lt;Eater&gt;()?.IsEating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World.FirstZombieAhead(Owner.Row,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Get&lt;Eater&gt;()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 hits a zombie: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pea’s rule, or the zombie’s?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 Component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with one job can be tested on its 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entity with only the parts under test: no lawn, no textures, no game running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Pvz.Tests: health, armour first, a lifetime that runs out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Buckethead Test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buckethead: armour 20, health 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Still standing after two hits of 12?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Plant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plant that shoots and makes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packet in Game1 (sunflower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peashooter’s cost: not in any one peashooter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PlantType per kind of plant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plants.json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plants.json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"sunProducer":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12,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Buckethead: a zombie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Cherry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plant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(SunProducer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SunProducer(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SunProducer.Interval, SunProducer.Amount));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plant;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plant’s cost: in each plant, or in its type?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plant and zombie types from JSON</a:t>
            </a:r>
            <a:endParaRPr sz="18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plants.json: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Wall-nut that costs 25 and takes twice the bites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Sunflower that makes 50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sun, sun from the sky, which zombie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Seed packets recharge after planting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sun: a sun with one more component, Faller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Tall-nut and a Flag Zombie.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Snow Pea: peas that slow zombies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Pumpkin: armour for plants.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shovel that removes the plant you click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Plants vs. Zombies?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