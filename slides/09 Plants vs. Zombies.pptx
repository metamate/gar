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0" Type="http://schemas.openxmlformats.org/officeDocument/2006/relationships/slide" Target="slides/slide24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5.xml"/><Relationship Id="rId55" Type="http://schemas.openxmlformats.org/officeDocument/2006/relationships/slide" Target="slides/slide26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the self-review. Next by session 11: a release build on itch.io and a README.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