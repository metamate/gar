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game objects built from parts.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game objects built from parts, with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conehead test. Armour takes 12 (8 left), then 12 more: 8 absorbed, 4 through, so health 6: still standing.</a:t>
            </a:r>
          </a:p>
          <a:p>
            <a:r>
              <a:t>Ask: what would this test need with a ConeheadZombie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vz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1531275"/>
            <a:ext cx="5789596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Game objects built from parts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lawn,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Buckethead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buckethead: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