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shieldbearer test. Armour takes 12 (8 left), then 12 more: 8 absorbed, 4 through, so health 6: still standing.</a:t>
            </a:r>
          </a:p>
          <a:p>
            <a:r>
              <a:t>Ask: what would this test need with a ShieldbearerGoblin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Coins and cards are separate objects: check each.</a:t>
            </a:r>
          </a:p>
          <a:p>
            <a:r>
              <a:t>When they overlap, the order decides: coins first, then cards, then the field.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an arrow hits a goblin;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defender’s cost, in each defender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this game?</a:t>
            </a:r>
          </a:p>
          <a:p>
            <a:r>
              <a:t>A: The abilities (shooting, making gold, armour, walking, attacking) combine freely, but a class has one base class. Combinations mean choosing one parent and copying the other ability, and abilities shared by defenders and goblins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(Owner.Get&lt;Attacker&gt;()),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card, hover the field: the highlighted cell and the faint defender</a:t>
            </a:r>
          </a:p>
          <a:p>
            <a:r>
              <a:t>- click to place a defender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Defender and Goblin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defenders or goblins: each kind is a list of components. A Wizard and a Shieldbearer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attacker) or through the world (a shooter asks for a goblin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archer’s cost isn’t in any one archer: it belongs to the kind. One DefenderType per kind, loaded from defenders.json.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defenders.json and goblins.json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cards that recharge, gold from the sky (a coin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gold, place a chest and an archer, watch a shieldbearer lose its shield.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Defender(...).With(new Shooter(...)).With(new GoldProducer(...)), and one AddCard line. Compare with the Wizard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Archer.Update fires one arrow, with its interval as a private constant. A subclass cannot change either without Archer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field,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Guard or the Runner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2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plants-vs-zombie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7203" y="1531275"/>
            <a:ext cx="5789594" cy="3256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Field.cs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Coins, cards: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Coins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Cards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field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do, by highlighting the cell with a faint defender.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card, click a cell to place a defender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field: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Defenders and Goblins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Defender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Chest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Archer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Knight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Goblin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Arrow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Coin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Wizard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Archer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Shieldbearer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Goblin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defender: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gold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goblin isn’t a defender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defenders and goblins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Wizard,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Wizard, an Archer that shoots two arrows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Archer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GoldProducer, Walker, Attacker,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defenders or goblins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Wizard, Shieldbearer: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gold: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defenders and goblins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Chest(World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"chest",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GoldProducer(9,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Wizard(World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Defender(world, "wizard",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Goblin(World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SpriteRenderer(goblin))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Walker(28))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Attacker(1));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Shieldbearer(World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Goblin(world).With(new Armour(18, shield));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Attacker attacks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goblin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(Owner.Get&lt;Attacker&gt;()?.IsAttacking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World.FirstGoblinAhead(Owner.Row,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Get&lt;Attacker&gt;()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arrow hits a goblin: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arrow’s rule, or the goblin’s?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field,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An Ironclad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Ironclad: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Defender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defender that shoots and makes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card in Game1 (chest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archer’s cost: not in any one archer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DefenderType per kind of defender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defenders.json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defenders.json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"chest",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"goldProducer":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9,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"wizard",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An Ironclad: a goblin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defender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(GoldProducer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defender.Add(new GoldProducer(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GoldProducer.Interval, GoldProducer.Amount));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defender;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defender’s cost: in each defender,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defender and goblin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defenders.json: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Knight that costs 25 and takes twice the hits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Chest that makes 50 gold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gold, gold from the sky, which goblin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Cards recharge after use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gold: a coin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Guard and a Runner.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Frost Wizard: arrows that slow goblins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shield for defenders.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pitchfork that sends the defender you click back into the castle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DefenderType.Create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this game?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