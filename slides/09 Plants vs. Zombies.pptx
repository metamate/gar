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recipes, not classes.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 components, not on kinds of entity.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loops over entities, not per class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 components, not on kinds of entity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