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Wizard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Archer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Shieldbearer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Goblin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defender: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gold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goblin isn’t a defender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Armour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goblin with armour 20 and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