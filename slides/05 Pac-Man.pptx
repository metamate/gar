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2.xml"/><Relationship Id="rId41" Type="http://schemas.openxmlformats.org/officeDocument/2006/relationships/slide" Target="slides/slide25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For the new mode, ask them to compare the classes they changed with Pacman1’s enum.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structure: hold an interface, forward to it.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