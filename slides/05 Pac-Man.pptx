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5" r:id="rId40"/>
    <p:sldId id="257" r:id="rId7"/>
    <p:sldId id="258" r:id="rId8"/>
    <p:sldId id="259" r:id="rId9"/>
    <p:sldId id="297" r:id="rId56"/>
    <p:sldId id="298" r:id="rId57"/>
    <p:sldId id="299" r:id="rId58"/>
    <p:sldId id="319" r:id="rId36"/>
    <p:sldId id="300" r:id="rId59"/>
    <p:sldId id="301" r:id="rId60"/>
    <p:sldId id="302" r:id="rId61"/>
    <p:sldId id="303" r:id="rId62"/>
    <p:sldId id="318" r:id="rId37"/>
    <p:sldId id="304" r:id="rId63"/>
    <p:sldId id="305" r:id="rId64"/>
    <p:sldId id="306" r:id="rId65"/>
    <p:sldId id="307" r:id="rId66"/>
    <p:sldId id="317" r:id="rId38"/>
    <p:sldId id="308" r:id="rId67"/>
    <p:sldId id="309" r:id="rId68"/>
    <p:sldId id="310" r:id="rId69"/>
    <p:sldId id="316" r:id="rId3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7.xml"/><Relationship Id="rId36" Type="http://schemas.openxmlformats.org/officeDocument/2006/relationships/slide" Target="slides/slide9.xml"/><Relationship Id="rId37" Type="http://schemas.openxmlformats.org/officeDocument/2006/relationships/slide" Target="slides/slide14.xml"/><Relationship Id="rId38" Type="http://schemas.openxmlformats.org/officeDocument/2006/relationships/slide" Target="slides/slide19.xml"/><Relationship Id="rId39" Type="http://schemas.openxmlformats.org/officeDocument/2006/relationships/slide" Target="slides/slide23.xml"/><Relationship Id="rId40" Type="http://schemas.openxmlformats.org/officeDocument/2006/relationships/slide" Target="slides/slide2.xml"/><Relationship Id="rId41" Type="http://schemas.openxmlformats.org/officeDocument/2006/relationships/slide" Target="slides/slide30.xml"/><Relationship Id="rId42" Type="http://schemas.openxmlformats.org/officeDocument/2006/relationships/slide" Target="slides/slide2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9.xml"/><Relationship Id="rId53" Type="http://schemas.openxmlformats.org/officeDocument/2006/relationships/slide" Target="slides/slide31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3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4.xml"/><Relationship Id="rId71" Type="http://schemas.openxmlformats.org/officeDocument/2006/relationships/slide" Target="slides/slide25.xml"/><Relationship Id="rId7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the State pattern, which we use for the ghosts’ modes. Then Strategy for how each ghost picks its target, and how the two patterns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gar-games/05-pac-man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themselves.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05-pac-man and open TargetingTests.cs.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Pac-Man.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argument in World. Two ghosts that chase straight at Pac-Man end up in a line behind him, which is easy to escape.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one constant in FrightenedState. A FrozenState is one new class, and EatenState (or whatever state comes before it) changes to it. Compare with the seven switches.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Answer: seven (six switch statements and the Look switch expression), and nothing warns you about the ones you miss. Keep the count on the board for the next slides.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Pacman0 reads the maze at start-up, so a restart shows the change.</a:t>
            </a:r>
          </a:p>
          <a:p>
            <a:r>
              <a:t>The early press shows the buffered turn: he turns when he reaches the corner.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The new mode is the Frozen mode from the enum task, now as a state: ask them to compare the classes they changed with the seven switches.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Pac-Man</a:t>
            </a:r>
            <a:endParaRPr/>
          </a:p>
        </p:txBody>
      </p:sp>
      <p:pic>
        <p:nvPicPr>
          <p:cNvPr id="3" name="Picture 2" descr="pac-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600" y="960120"/>
            <a:ext cx="2844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Pac-Man (Namco, 1980). Image: Bandai Namco Entertainment America,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acma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255" y="1531275"/>
            <a:ext cx="294148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drawn as lines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Change the Maze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maze.txt: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Open a new tunnel, or move Pac-Man’s start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press a direction just before a corner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Frozen Mode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Pacman1, add Frozen to GhostMode: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eaten ghost stands still for a second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Don’t finish it. Count the switches you would have to change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Same Change, With States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frightened ghosts last 3 seconds instead of 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files did it take?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would a FrozenState go, and what would change?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Swap a Personality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Pacman3’s World: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Clyde Blinky’s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how does the chase change?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frozen mode, for real: a FrozenState before EatenState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the seven switches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