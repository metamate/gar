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2.xml"/><Relationship Id="rId41" Type="http://schemas.openxmlformats.org/officeDocument/2006/relationships/slide" Target="slides/slide27.xml"/><Relationship Id="rId42" Type="http://schemas.openxmlformats.org/officeDocument/2006/relationships/slide" Target="slides/slide23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5" Type="http://schemas.openxmlformats.org/officeDocument/2006/relationships/slide" Target="slides/slide26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Relationship Id="rId7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All Source code for today’s game can be found here:</a:t>
            </a:r>
          </a:p>
          <a:p>
            <a:r>
              <a:t>  - github.com/Metamate/gar-games (folder 05-pacman)</a:t>
            </a:r>
          </a:p>
          <a:p>
            <a:r>
              <a:t>- The game is built up in steps: Pacman0 → Pacman4, and the tests in Pacman.Tests</a:t>
            </a:r>
          </a:p>
          <a:p>
            <a:r>
              <a:t>  - Each step is a separate project that adds one concept</a:t>
            </a:r>
          </a:p>
          <a:p>
            <a:r>
              <a:t>  - Compare neighbouring steps to see exactly what changed</a:t>
            </a:r>
          </a:p>
          <a:p>
            <a:r>
              <a:t>- Pacman4 is the finished game, and the starting point for the exercises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In the house: waits, then leaves through the door</a:t>
            </a:r>
          </a:p>
          <a:p>
            <a:r>
              <a:t>- Scatter: heads for its own corner</a:t>
            </a:r>
          </a:p>
          <a:p>
            <a:r>
              <a:t>- Chase: hunts Pac-Man</a:t>
            </a:r>
          </a:p>
          <a:p>
            <a:r>
              <a:t>  - Scatter and chase take turns on a schedule: 7 s, 20 s, …</a:t>
            </a:r>
          </a:p>
          <a:p>
            <a:r>
              <a:t>- Frightened: blue, slow, random; can be eaten</a:t>
            </a:r>
          </a:p>
          <a:p>
            <a:r>
              <a:t>- Eaten: only the eyes, racing back to the house</a:t>
            </a:r>
          </a:p>
          <a:p>
            <a:r>
              <a:t>- At each tile centre: never turn back, and take the direction closest to a target tile</a:t>
            </a:r>
          </a:p>
          <a:p>
            <a:r>
              <a:t>  - The mode decides the target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One mode is spread over many methods</a:t>
            </a:r>
          </a:p>
          <a:p>
            <a:r>
              <a:t>  - To understand frightened ghosts, read seven methods</a:t>
            </a:r>
          </a:p>
          <a:p>
            <a:r>
              <a:t>- Fields that belong to one mode</a:t>
            </a:r>
          </a:p>
          <a:p>
            <a:r>
              <a:t>  - _houseTimer, _frightenedTimer, _enteringHouse: always there</a:t>
            </a:r>
          </a:p>
          <a:p>
            <a:r>
              <a:t>- A new mode touches every switch</a:t>
            </a:r>
          </a:p>
          <a:p>
            <a:r>
              <a:t>  - Miss one, and the compiler won’t tell you</a:t>
            </a:r>
          </a:p>
          <a:p>
            <a:r>
              <a:t>- Pong’s string-based game state, all over again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The states decide the transitions</a:t>
            </a:r>
          </a:p>
          <a:p>
            <a:r>
              <a:t>  - Ghost doesn’t know which states exist</a:t>
            </a:r>
          </a:p>
          <a:p>
            <a:r>
              <a:t>- The same event, handled differently</a:t>
            </a:r>
          </a:p>
          <a:p>
            <a:r>
              <a:t>  - Power pellet: scatter and chase get frightened, frightened starts over, eaten ignores it</a:t>
            </a:r>
          </a:p>
          <a:p>
            <a:r>
              <a:t>- Enter and Exit: start and clean up, in one place</a:t>
            </a:r>
          </a:p>
          <a:p>
            <a:r>
              <a:t>- Each state is small, and can be read on its own</a:t>
            </a:r>
          </a:p>
          <a:p>
            <a:r>
              <a:t>- Pacman1 → Pacman2: World didn’t change at all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So far, every ghost chases straight at Pac-Man</a:t>
            </a:r>
          </a:p>
          <a:p>
            <a:r>
              <a:t>  - They line up behind him: easy to escape</a:t>
            </a:r>
          </a:p>
          <a:p>
            <a:r>
              <a:t>- Blinky: Pac-Man’s tile</a:t>
            </a:r>
          </a:p>
          <a:p>
            <a:r>
              <a:t>- Pinky: four tiles ahead of Pac-Man</a:t>
            </a:r>
          </a:p>
          <a:p>
            <a:r>
              <a:t>- Inky: two tiles ahead of Pac-Man, and double the line from Blinky</a:t>
            </a:r>
          </a:p>
          <a:p>
            <a:r>
              <a:t>- Clyde: Pac-Man, until within eight tiles; then his corner</a:t>
            </a:r>
          </a:p>
          <a:p>
            <a:r>
              <a:t>- Together, they trap Pac-Man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The same structure: hold an interface, forward to it</a:t>
            </a:r>
          </a:p>
          <a:p>
            <a:r>
              <a:t>- State: the ghost’s mode</a:t>
            </a:r>
          </a:p>
          <a:p>
            <a:r>
              <a:t>  - Picked by the states themselves, and changes all the time</a:t>
            </a:r>
          </a:p>
          <a:p>
            <a:r>
              <a:t>  - A state knows the next state</a:t>
            </a:r>
          </a:p>
          <a:p>
            <a:r>
              <a:t>- Strategy: the ghost’s targeting</a:t>
            </a:r>
          </a:p>
          <a:p>
            <a:r>
              <a:t>  - Picked from outside (World), once, and never changes</a:t>
            </a:r>
          </a:p>
          <a:p>
            <a:r>
              <a:t>  - Strategies don’t know each other</a:t>
            </a:r>
          </a:p>
          <a:p>
            <a:r>
              <a:t>- Together: the state decides whether to chase, the strategy how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Lives, Pac-Man’s death, a new level when the dots are gone</a:t>
            </a:r>
          </a:p>
          <a:p>
            <a:r>
              <a:t>- The game’s flow: a state machine, like Flappy Bird’s</a:t>
            </a:r>
          </a:p>
          <a:p>
            <a:r>
              <a:t>  - Ready → Play → Dying → Ready or Game Over</a:t>
            </a:r>
          </a:p>
          <a:p>
            <a:r>
              <a:t>- Two levels of state machine in one game</a:t>
            </a:r>
          </a:p>
          <a:p>
            <a:r>
              <a:t>  - The game’s states, and each ghost’s states</a:t>
            </a:r>
          </a:p>
          <a:p>
            <a:r>
              <a:t>  - Ghosts only update in PlayState: while Pac-Man dies, their states pause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Ask, let them answer in pairs for a minute, then take a few answers. These are the site’s Check yourself questions.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man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255" y="1531275"/>
            <a:ext cx="2941489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structure: hold an interface, forward to it.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Together: the state decides whether to chase, the strategy how.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simply pause.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mode: a short pause when a ghost is eaten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Pacman1’s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Look for modes in your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they be clearer as states?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