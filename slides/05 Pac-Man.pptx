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313" r:id="rId72"/>
    <p:sldId id="280" r:id="rId30"/>
    <p:sldId id="292" r:id="rId42"/>
    <p:sldId id="293" r:id="rId52"/>
    <p:sldId id="314" r:id="rId41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2.xml"/><Relationship Id="rId41" Type="http://schemas.openxmlformats.org/officeDocument/2006/relationships/slide" Target="slides/slide25.xml"/><Relationship Id="rId42" Type="http://schemas.openxmlformats.org/officeDocument/2006/relationships/slide" Target="slides/slide23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4.xml"/><Relationship Id="rId53" Type="http://schemas.openxmlformats.org/officeDocument/2006/relationships/slide" Target="slides/slide26.xml"/><Relationship Id="rId55" Type="http://schemas.openxmlformats.org/officeDocument/2006/relationships/slide" Target="slides/slide27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14.xml"/><Relationship Id="rId66" Type="http://schemas.openxmlformats.org/officeDocument/2006/relationships/slide" Target="slides/slide15.xml"/><Relationship Id="rId67" Type="http://schemas.openxmlformats.org/officeDocument/2006/relationships/slide" Target="slides/slide16.xml"/><Relationship Id="rId68" Type="http://schemas.openxmlformats.org/officeDocument/2006/relationships/slide" Target="slides/slide17.xml"/><Relationship Id="rId69" Type="http://schemas.openxmlformats.org/officeDocument/2006/relationships/slide" Target="slides/slide18.xml"/><Relationship Id="rId70" Type="http://schemas.openxmlformats.org/officeDocument/2006/relationships/slide" Target="slides/slide19.xml"/><Relationship Id="rId71" Type="http://schemas.openxmlformats.org/officeDocument/2006/relationships/slide" Target="slides/slide20.xml"/><Relationship Id="rId72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Pac-Man. The main topic: the State pattern.</a:t>
            </a:r>
          </a:p>
          <a:p>
            <a:r>
              <a:t>Start by playing the finished game, Pacman4,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Pacman4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State pattern, through the ghosts’ modes. Then Strategy for their targeting, and how the two differ.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gar-games/05-pacman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Fruit and the tunnel: the questions are about where a rule belongs. Discuss answers before code.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diagram: in the house, then scatter and chase on a schedule; a power pellet frightens; touched means eaten, and the eyes go home.</a:t>
            </a:r>
          </a:p>
          <a:p>
            <a:r>
              <a:t>The rule at the bottom is all a ghost ever does. The mode only picks the target tile.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a sixth mode, a short pause when a ghost is eaten. Where do you change the code?</a:t>
            </a:r>
          </a:p>
          <a:p>
            <a:r>
              <a:t>Answer: every switch in six methods, and the compiler won’t tell you if you miss one.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gains: one place per mode, the same event handled differently per state, and Enter/Exit.</a:t>
            </a:r>
          </a:p>
          <a:p>
            <a:r>
              <a:t>And the proof: from Pacman1 to Pacman2, World didn’t change at all.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Chasing straight at Pac-Man, the ghosts line up behind him. Each ghost aims somewhere else, and together they trap him.</a:t>
            </a:r>
          </a:p>
          <a:p>
            <a:r>
              <a:t>Ask the question at the bottom before the next slide: where does each ghost’s targeting code go?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structure, different jobs. A state changes all the time and knows the next state; a strategy is chosen once, from outside.</a:t>
            </a:r>
          </a:p>
          <a:p>
            <a:r>
              <a:t>Together: the state decides whether to chase, the strategy how.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levels of state machine: the game’s (ready, play, dying, game over) and each ghost’s. The ghosts only update in play.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problems does the enum version of the ghost have?</a:t>
            </a:r>
          </a:p>
          <a:p>
            <a:r>
              <a:t>A: Every method switches over the mode, so one mode's behaviour is spread over many methods. Fields that belong to one mode exist in all of them, and adding a mode means finding and changing every switch.</a:t>
            </a:r>
          </a:p>
          <a:p/>
          <a:p>
            <a:r>
              <a:t>Q: In the State pattern, who decides when to change state?</a:t>
            </a:r>
          </a:p>
          <a:p>
            <a:r>
              <a:t>A: Usually the states themselves: a state knows which events end it, and which state comes next. The object that holds the state only forwards to it, and doesn't need to know which states exist.</a:t>
            </a:r>
          </a:p>
          <a:p/>
          <a:p>
            <a:r>
              <a:t>Q: What are Enter and Exit for?</a:t>
            </a:r>
          </a:p>
          <a:p>
            <a:r>
              <a:t>A: Setting up and cleaning up a state, in one place, whichever state came before or comes after. Here, FrightenedState.Enter turns the ghost around.</a:t>
            </a:r>
          </a:p>
          <a:p/>
          <a:p>
            <a:r>
              <a:t>Q: State and Strategy have the same structure. How do they differ?</a:t>
            </a:r>
          </a:p>
          <a:p>
            <a:r>
              <a:t>A: A state changes during the object's life, often chosen by the states themselves. A strategy is chosen from outside, usually once, and strategies don't know about each other.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text file again, like Sokoban. Point at the house, the door and the tunnel row.</a:t>
            </a:r>
          </a:p>
          <a:p>
            <a:r>
              <a:t>Rules apart from drawing again: Maze, PacMan and World are the game; the views draw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Actors move tile centre to tile centre and turn only at a centre. The only difference between Pac-Man and a ghost: ChooseDirection.</a:t>
            </a:r>
          </a:p>
          <a:p>
            <a:r>
              <a:t>Wanted is kept until he can turn: input buffering, as in Snake.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Pacman0.</a:t>
            </a:r>
          </a:p>
          <a:p>
            <a:r>
              <a:t>- press a direction just before a corner: he turns there</a:t>
            </a:r>
          </a:p>
          <a:p>
            <a:r>
              <a:t>- the tunnel on the middle row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Pacman1 does this with an enum and a switch in every method. It works; read one case together.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Pacman1.</a:t>
            </a:r>
          </a:p>
          <a:p>
            <a:r>
              <a:t>- find GhostMode and count the switches over it</a:t>
            </a:r>
          </a:p>
          <a:p>
            <a:r>
              <a:t>- the fields that only one mode uses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mode becomes a class; the ghost forwards to its current state. Flappy Bird did this for the whole game; now for one object in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about being frightened in one class, including its timer. Enter turns the ghost around; the state decides where to go next.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Pacman1 and Pacman2 side by side (a diff tool, or two editor panes), then run Pacman2.</a:t>
            </a:r>
          </a:p>
          <a:p>
            <a:r>
              <a:t>- the enum and its switches become GhostStates/</a:t>
            </a:r>
          </a:p>
          <a:p>
            <a:r>
              <a:t>- Ghost.cs gets much shorter</a:t>
            </a:r>
          </a:p>
          <a:p>
            <a:r>
              <a:t>- World.cs is unchanged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ghost gets an ITargetStrategy when it’s created. ChaseState asks the ghost’s strategy, and works for every ghost. A new personality is one class.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Pacman2 and Pacman3 side by side (a diff tool, or two editor panes), then run Pacman3.</a:t>
            </a:r>
          </a:p>
          <a:p>
            <a:r>
              <a:t>- Targeting/: one small class per ghost</a:t>
            </a:r>
          </a:p>
          <a:p>
            <a:r>
              <a:t>- World passes a strategy to each ghost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strategy is one method: perfect for a test. Inky’s target is invisible while playing, but a test can check it on paper.</a:t>
            </a:r>
          </a:p>
          <a:p>
            <a:r>
              <a:t>Work the numbers on the slide together.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Pacman4 for a full life, then run dotnet test in 05-pacman and open TargetingTests.cs.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Next milestone by session 06: a playable core loop and a first class diagram. Look for modes in your game.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Pacman4. For the new mode, ask them to compare the classes they changed with Pacman1’s enum. Test first for the new ghost.</a:t>
            </a:r>
          </a:p>
          <a:p>
            <a:r>
              <a:t>The fifth ghost (green) and a cherry are drawn in sprites.png but not in the XML: describing them is part of the exercise.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acman-p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1255" y="1531275"/>
            <a:ext cx="2941489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05-pacman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(Pacman0 to Pacman4, and Pacman.Tests),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lines, not images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ghost is always in one of five modes. The mode decides where it heads.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36576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In the house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waits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468880" y="132588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Scatter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its corner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2468880" y="233172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Pac-Man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846320" y="182880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Frightened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blue, random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7132320" y="1828800"/>
            <a:ext cx="146304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Eaten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eyes go home</a:t>
            </a:r>
          </a:p>
        </p:txBody>
      </p:sp>
      <p:cxnSp>
        <p:nvCxnSpPr>
          <p:cNvPr id="300" name="Connector 299"/>
          <p:cNvCxnSpPr/>
          <p:nvPr/>
        </p:nvCxnSpPr>
        <p:spPr>
          <a:xfrm flipV="1">
            <a:off x="1847088" y="1691640"/>
            <a:ext cx="60350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310896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3291840" y="1984248"/>
            <a:ext cx="0" cy="32918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TextBox 302"/>
          <p:cNvSpPr txBox="1"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schedule</a:t>
            </a:r>
          </a:p>
        </p:txBody>
      </p:sp>
      <p:cxnSp>
        <p:nvCxnSpPr>
          <p:cNvPr id="304" name="Connector 303"/>
          <p:cNvCxnSpPr/>
          <p:nvPr/>
        </p:nvCxnSpPr>
        <p:spPr>
          <a:xfrm flipV="1">
            <a:off x="3950208" y="2331720"/>
            <a:ext cx="877824" cy="32004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3977639" y="25603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power pellet</a:t>
            </a:r>
          </a:p>
        </p:txBody>
      </p:sp>
      <p:cxnSp>
        <p:nvCxnSpPr>
          <p:cNvPr id="306" name="Connector 305"/>
          <p:cNvCxnSpPr/>
          <p:nvPr/>
        </p:nvCxnSpPr>
        <p:spPr>
          <a:xfrm>
            <a:off x="6510528" y="2148840"/>
            <a:ext cx="60350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6327648" y="1856232"/>
            <a:ext cx="9692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touched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" y="32004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At each tile centre: never turn back, and take the direction closest to a target tile.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sixth mode: a short pause when a ghost is eaten. What do you change?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Update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1810512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ChooseDirection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3209544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OnPowerPellet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4608576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Touch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6007608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Look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7406640" y="1463040"/>
            <a:ext cx="128016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switch in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SetMode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411480" y="2240280"/>
            <a:ext cx="8321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Every switch, and nothing tells you if you miss one.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Fields that belong to one mode live in the ghost all the time.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Pong’s string-based game state, all over again.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transitions; the ghost only forwards to its state.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One place per mode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read a state on its own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Same event, different handling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power pellet: frightened,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over, or ignored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Enter and Exit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start and clean up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one place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Pacman1 → Pacman2: World didn’t change at all.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personalities, so the ghosts trap Pac-Man instead of lining up behind him.</a:t>
            </a:r>
            <a:endParaRPr/>
          </a:p>
        </p:txBody>
      </p:sp>
      <p:pic>
        <p:nvPicPr>
          <p:cNvPr id="295" name="Picture 294" descr="ghost_blin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17320"/>
            <a:ext cx="822960" cy="822960"/>
          </a:xfrm>
          <a:prstGeom prst="rect">
            <a:avLst/>
          </a:prstGeom>
        </p:spPr>
      </p:pic>
      <p:sp>
        <p:nvSpPr>
          <p:cNvPr id="296" name="Rounded Rectangle 295"/>
          <p:cNvSpPr/>
          <p:nvPr/>
        </p:nvSpPr>
        <p:spPr>
          <a:xfrm>
            <a:off x="502920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Blinky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Pac-Man’s tile</a:t>
            </a:r>
          </a:p>
        </p:txBody>
      </p:sp>
      <p:pic>
        <p:nvPicPr>
          <p:cNvPr id="297" name="Picture 296" descr="ghost_pink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9" y="1417320"/>
            <a:ext cx="822960" cy="822960"/>
          </a:xfrm>
          <a:prstGeom prst="rect">
            <a:avLst/>
          </a:prstGeom>
        </p:spPr>
      </p:pic>
      <p:sp>
        <p:nvSpPr>
          <p:cNvPr id="298" name="Rounded Rectangle 297"/>
          <p:cNvSpPr/>
          <p:nvPr/>
        </p:nvSpPr>
        <p:spPr>
          <a:xfrm>
            <a:off x="260603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4 tiles ahead of him</a:t>
            </a:r>
          </a:p>
        </p:txBody>
      </p:sp>
      <p:pic>
        <p:nvPicPr>
          <p:cNvPr id="299" name="Picture 298" descr="ghost_ink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79" y="1417320"/>
            <a:ext cx="822960" cy="822960"/>
          </a:xfrm>
          <a:prstGeom prst="rect">
            <a:avLst/>
          </a:prstGeom>
        </p:spPr>
      </p:pic>
      <p:sp>
        <p:nvSpPr>
          <p:cNvPr id="300" name="Rounded Rectangle 299"/>
          <p:cNvSpPr/>
          <p:nvPr/>
        </p:nvSpPr>
        <p:spPr>
          <a:xfrm>
            <a:off x="470915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Inky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 ahead, doubled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from Blinky</a:t>
            </a:r>
          </a:p>
        </p:txBody>
      </p:sp>
      <p:pic>
        <p:nvPicPr>
          <p:cNvPr id="301" name="Picture 300" descr="ghost_cly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199" y="1417320"/>
            <a:ext cx="822960" cy="822960"/>
          </a:xfrm>
          <a:prstGeom prst="rect">
            <a:avLst/>
          </a:prstGeom>
        </p:spPr>
      </p:pic>
      <p:sp>
        <p:nvSpPr>
          <p:cNvPr id="302" name="Rounded Rectangle 301"/>
          <p:cNvSpPr/>
          <p:nvPr/>
        </p:nvSpPr>
        <p:spPr>
          <a:xfrm>
            <a:off x="6812279" y="233172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Clyde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Pac-Man, until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close: then his corner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Where does the targeting code go, so every ghost can have its own?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 (hold an interface, forward to it), used for different jobs.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State: the mode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by the states themselves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changes all the 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state knows the next state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Strategy: the targeting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chosen from outside, once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changes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strategies don’t know each other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Together: the state decides whether to chase, the strategy how.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machine: the game’s, and each ghost’s.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82296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</a:t>
            </a:r>
          </a:p>
        </p:txBody>
      </p:sp>
      <p:cxnSp>
        <p:nvCxnSpPr>
          <p:cNvPr id="296" name="Connector 295"/>
          <p:cNvCxnSpPr/>
          <p:nvPr/>
        </p:nvCxnSpPr>
        <p:spPr>
          <a:xfrm>
            <a:off x="248716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Rounded Rectangle 296"/>
          <p:cNvSpPr/>
          <p:nvPr/>
        </p:nvSpPr>
        <p:spPr>
          <a:xfrm>
            <a:off x="274320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4407407" y="173736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466344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Dying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6327648" y="17373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6583680" y="1463040"/>
            <a:ext cx="16459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Ready or Game Over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651760" y="2377440"/>
            <a:ext cx="384048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Each ghost: InHouse, Scatter, Chase, ...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updated only while the game is in Play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3749039" y="2057400"/>
            <a:ext cx="457201" cy="30175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While Pac-Man dies, the ghosts’ states simply pause.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mode: a short pause when a ghost is eaten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Pacman1’s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does the enum version of the ghost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State pattern, who decides when to change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Enter and Exit for?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and Strategy have the same structure. How do they differ?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Look for modes in your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they be clearer as states?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