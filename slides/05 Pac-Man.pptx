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-ma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8" cy="32566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303" descr="ghost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303" descr="ghost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303" descr="ghos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3" descr="ghost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The state decides whether to chase, and the strategy decides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