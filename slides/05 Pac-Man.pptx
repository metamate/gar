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0.xml"/><Relationship Id="rId42" Type="http://schemas.openxmlformats.org/officeDocument/2006/relationships/slide" Target="slides/slide2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9.xml"/><Relationship Id="rId53" Type="http://schemas.openxmlformats.org/officeDocument/2006/relationships/slide" Target="slides/slide31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the State pattern, which we use for the ghosts’ modes. Then Strategy for how each ghost picks its target, and how the two patterns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themselves.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05-pac-man and open TargetingTests.cs.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-m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255" y="1531275"/>
            <a:ext cx="2941488" cy="32566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drawn as lines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#.###.........########.........###.#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#####.###.##.####--####.##.###.#####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#####.###.##.#HHHHHHHH#.##.###.#####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.....##.#HiHpHHcH#.##.....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303" descr="ghost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303" descr="ghost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303" descr="ghost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3" descr="ghost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The state decides whether to chase, and the strategy decides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pause.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