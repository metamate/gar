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280" r:id="rId30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5" Type="http://schemas.openxmlformats.org/officeDocument/2006/relationships/slide" Target="slides/slide26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Relationship Id="rId7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man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255" y="1531275"/>
            <a:ext cx="2941489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05-pacman)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Pacman0 → Pacman4, and the tests in Pacman.Tests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Pacman4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house: waits, then leaves through the door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Scatter: heads for its own corner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Chase: hunts Pac-Man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Scatter and chase take turns on a schedule: 7 s, 20 s, …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Frightened: blue, slow, random; can be eaten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Eaten: only the eyes, racing back to the house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each tile centre: never turn back, and take the direction closest to a target tile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mode decides the target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mode is spread over many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 understand frightened ghosts, read seven methods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Fields that belong to one mode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_houseTimer, _frightenedTimer, _enteringHouse: always there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mode touches every switch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Miss one, and the compiler won’t tell you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Pong’s string-based game state, all over again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Ghost doesn’t know which states exist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event, handled differently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Power pellet: scatter and chase get frightened, frightened starts over, eaten ignores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Enter and Exit: start and clean up, in one place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state is small, and can be read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Pacman1 → Pacman2: World didn’t change at all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 far, every ghost chases straight at Pac-Man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They line up behind him: easy to escape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Blinky: Pac-Man’s tile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Pinky: four tiles ahead of 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Inky: two tiles ahead of Pac-Man, and double the line from Blinky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Clyde: Pac-Man, until within eight tiles; then his corner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Together, they trap Pac-Man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structure: hold an interface, forward to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State: the ghost’s mode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Picked by the states themselves, and changes all the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state knows the next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Strategy: the ghost’s targeting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Picked from outside (World), once, and never changes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Strategies don’t know each other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Together: the state decides whether to chase, the strategy how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Lives, Pac-Man’s death, a new level when the dots are gone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game’s flow: a state machine, like Flappy Bird’s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Ready → Play → Dying → Ready or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 in one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game’s states, and each ghost’s states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Ghosts only update in PlayState: while Pac-Man dies, their states pause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mode: a short pause when a ghost is eaten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Pacman1’s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Look for modes in your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they be clearer as states?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