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26.xml"/><Relationship Id="rId42" Type="http://schemas.openxmlformats.org/officeDocument/2006/relationships/slide" Target="slides/slide24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5.xml"/><Relationship Id="rId53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9.xml"/><Relationship Id="rId60" Type="http://schemas.openxmlformats.org/officeDocument/2006/relationships/slide" Target="slides/slide10.xml"/><Relationship Id="rId61" Type="http://schemas.openxmlformats.org/officeDocument/2006/relationships/slide" Target="slides/slide11.xml"/><Relationship Id="rId62" Type="http://schemas.openxmlformats.org/officeDocument/2006/relationships/slide" Target="slides/slide12.xml"/><Relationship Id="rId63" Type="http://schemas.openxmlformats.org/officeDocument/2006/relationships/slide" Target="slides/slide13.xml"/><Relationship Id="rId64" Type="http://schemas.openxmlformats.org/officeDocument/2006/relationships/slide" Target="slides/slide14.xml"/><Relationship Id="rId65" Type="http://schemas.openxmlformats.org/officeDocument/2006/relationships/slide" Target="slides/slide15.xml"/><Relationship Id="rId66" Type="http://schemas.openxmlformats.org/officeDocument/2006/relationships/slide" Target="slides/slide16.xml"/><Relationship Id="rId67" Type="http://schemas.openxmlformats.org/officeDocument/2006/relationships/slide" Target="slides/slide17.xml"/><Relationship Id="rId68" Type="http://schemas.openxmlformats.org/officeDocument/2006/relationships/slide" Target="slides/slide18.xml"/><Relationship Id="rId69" Type="http://schemas.openxmlformats.org/officeDocument/2006/relationships/slide" Target="slides/slide19.xml"/><Relationship Id="rId70" Type="http://schemas.openxmlformats.org/officeDocument/2006/relationships/slide" Target="slides/slide20.xml"/><Relationship Id="rId71" Type="http://schemas.openxmlformats.org/officeDocument/2006/relationships/slide" Target="slides/slide21.xml"/><Relationship Id="rId72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05-pacman and open TargetingTests.cs.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06: a playable core loop and a first class diagram. Look for modes in your game.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For the new mode, ask them to compare the classes they changed with Pacman1’s enum.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