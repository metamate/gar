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306" r:id="rId65"/>
    <p:sldId id="307" r:id="rId66"/>
    <p:sldId id="308" r:id="rId67"/>
    <p:sldId id="309" r:id="rId68"/>
    <p:sldId id="310" r:id="rId69"/>
    <p:sldId id="311" r:id="rId70"/>
    <p:sldId id="312" r:id="rId71"/>
    <p:sldId id="313" r:id="rId72"/>
    <p:sldId id="280" r:id="rId30"/>
    <p:sldId id="292" r:id="rId42"/>
    <p:sldId id="293" r:id="rId52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30" Type="http://schemas.openxmlformats.org/officeDocument/2006/relationships/slide" Target="slides/slide26.xml"/><Relationship Id="rId42" Type="http://schemas.openxmlformats.org/officeDocument/2006/relationships/slide" Target="slides/slide38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5-pacman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05: Pac-Man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01255" y="1531275"/>
            <a:ext cx="2941489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Maze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With an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Strategy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vs. Strategy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Testing the Ghosts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github.com/Metamate/gar-games (folder 05-pacman)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Pacman0 → Pacman4, and the tests in Pacman.Tests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Pacman4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Pac-Man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Pacman4 and Pacman.Tests: the whole game, and its tests</a:t>
            </a:r>
            <a:endParaRPr sz="18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Pacman4,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mode: a short pause when a ghost is eaten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classes did you change? Compare with Pacman1’s enum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personality: a fifth ghost with its own strategy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its test first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Ghosts in the house also turn blue after a power pellet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does InHouseState need to remember?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Fruit: after 70 dots, a fruit appears below the house for ten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does that rule belong: World, Maze, or a class of its own?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Tunnel: ghosts slow down in the tunnel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class knows the ghost is in the tunnel, and which how fast to go?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objects in your game have modes?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Flags, an enum, or state objects?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you switch over a mode in more than one method?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behaviour that differs per object, but never changes for one object?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That’s a strategy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Look for modes in your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they be clearer as states?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text file, like Sokoban’s levels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. dot   o power pellet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- house door   H inside the house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 Pac-Man   b p i c the ghosts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row open at both ends is a tunnel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Rules apart from drawing, as in Sokoban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Maze, PacMan, World: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MazeView, PacManView: the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walls are lines, not images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############################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#............##............#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#o####.#####.##.#####.####o#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#.####.#####.##.#####.####.#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#..........................#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######.##.###--###.##.######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.   #iHpHHc#   .      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######.##.#HHHHHH#.##.######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Moving Through the Maze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tile centre to tile centre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Turning only at a centre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Actor: shared by Pac-Man and the ghosts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differ only in ChooseDirection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Wanted is kept until Pac-Man can turn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Input buffering, as in Snake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Press up before the corner: he turns there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Actor.Move, at a tile centre: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Heading = ChooseDirection(_target);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PacMan.cs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protected override Point ChooseDirection(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tile)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(Wanted != Direction.None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!Maze.BlocksPacMan(tile + Wanted))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Wanted;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(!Maze.BlocksPacMan(tile + Heading))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Heading;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Direction.None;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Maze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Pacman0: the maze, Pac-Man and the dots</a:t>
            </a:r>
            <a:endParaRPr sz="180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Five Ghost Modes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the house: waits, then leaves through the door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Scatter: heads for its own corner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Chase: hunts Pac-Man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Scatter and chase take turns on a schedule: 7 s, 20 s, …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Frightened: blue, slow, random; can be eaten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Eaten: only the eyes, racing back to the house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each tile centre: never turn back, and take the direction closest to a target tile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mode decides the target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Ghosts With an Enum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GhostMode: InHouse, Scatter, Chase, Frightened, Eaten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 method switches over the mode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Update, ChooseDirection, OnPowerPellet, Touch, Look, SetMode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switch (Mode)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GhostMode.InHouse: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_houseTimer += deltaSeconds;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(_houseTimer &lt; _releaseDelay)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Move(HouseSpeed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if (!Maze.IsInHouse(Tile))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SetMode(ScheduledMode());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GhostMode.Scatter: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case GhostMode.Chase: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Move(Speed *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break;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// Frightened, Eaten…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Problems With the Enum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mode is spread over many methods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To understand frightened ghosts, read seven methods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Fields that belong to one mode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_houseTimer, _frightenedTimer, _enteringHouse: always there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mode touches every switch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Miss one, and the compiler won’t tell you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Pong’s string-based game state, all over again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Ghosts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Pacman1: four ghosts, their modes as an enum</a:t>
            </a:r>
            <a:endParaRPr sz="18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State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“Allow an object to alter its behavior when its internal state changes.”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mode becomes a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InHouseState, ScatterState, ChaseState, FrightenedState, EatenState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ghost forwards to its current state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Flappy Bird did this for the game; now for an object in it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ChangeState(GhostState state)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State?.Exit(this);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 = state;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State.Enter(this);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Update(float deltaSeconds)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State.Update(this, deltaSeconds);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OnPowerPellet()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State.OnPowerPellet(this);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TouchResult Touch()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State.OnTouch(this);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State: Frightened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Everything about being frightened, in one class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Including its own timer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Enter: turn around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 decides the transitions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Time’s up: back to the schedule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Touched: eaten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FrightenedState : GhostState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private float _elapsed;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Enter(Ghost ghost)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ghost.Reverse();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void Update(Ghost ghost, 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_elapsed += dt;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ghost.Move(Speed * 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if (_elapsed &gt;= Seconds)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ghost.ChangeState(ghost.ScheduledState());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override TouchResult OnTouch(Ghost ghost)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ghost.ChangeState(new EatenState());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TouchResult.GhostEaten;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Changed?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states decide the transitions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Ghost doesn’t know which states exist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event, handled differently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Power pellet: scatter and chase get frightened, frightened starts over, eaten ignores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Enter and Exit: start and clean up, in one 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state is small, and can be read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Pacman1 → Pacman2: World didn’t change at all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Pacman1 → Pacman2: from an enum to state classes</a:t>
            </a:r>
            <a:endParaRPr sz="180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Four Personalities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 far, every ghost chases straight at Pac-Man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They line up behind him: easy to escape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Blinky: Pac-Man’s tile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Pinky: four tiles ahead of Pac-Man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Inky: two tiles ahead of Pac-Man, and double the line from Blinky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Clyde: Pac-Man, until within eight tiles; then his corner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Together, they trap Pac-Man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Strategy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“Define a family of algorithms, encapsulate each one, and make them interchangeable.”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ghost gets its strategy when it’s created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ChaseState asks the ghost’s strategy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works for every ghost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personality: one class, one line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interface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ChooseTarget(Ghost ghost, World world);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Pinky: four tiles ahead of Pac-Man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AmbushAhead : ITargetStrategy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Point ChooseTarget(Ghost g, World w)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Point facing = w.PacMan.Facing;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w.PacMan.Tile +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new Point(facing.X * 4, facing.Y * 4);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World.cs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Pinky = new Ghost(..., new AmbushAhead());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Strategy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Pacman3: one targeting strategy per ghost</a:t>
            </a:r>
            <a:endParaRPr sz="180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State vs. Strategy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same structure: hold an interface, forward to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State: the ghost’s mode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Picked by the states themselves, and changes all the time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state knows the next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Strategy: the ghost’s targeting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Picked from outside (World), once, and never changes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Strategies don’t know each other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Together: the state decides whether to chase, the strategy how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the Ghosts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strategy: one small class, one method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Put Pac-Man somewhere, check the target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Inky’s target is invisible when playing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checks it with numbers you can work out on paper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states: put a ghost in a state, make something happen, check the state after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small test maze, and a seeded Random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Inky_doubles_the_line_from_Blinky()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_world.PacMan.Place(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Point(5, 1), 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_world.Blinky.Place(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Point(3, 3), Direction.Left);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Two ahead of Pac-Man: (7, 1).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From Blinky: (+4, -2), doubled.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Point(11, -1),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TargetOf(_world.Inky));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Lives, Pac-Man’s death, a new level when the dots are gone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game’s flow: a state machine, like Flappy Bird’s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Ready → Play → Dying → Ready or Game Over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levels of state machine in one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game’s states, and each ghost’s states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Ghosts only update in PlayState: while Pac-Man dies, their states pause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