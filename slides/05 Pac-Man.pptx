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20" r:id="rId35"/>
    <p:sldId id="323" r:id="rId32"/>
    <p:sldId id="324" r:id="rId31"/>
    <p:sldId id="325" r:id="rId29"/>
    <p:sldId id="312" r:id="rId71"/>
    <p:sldId id="313" r:id="rId72"/>
    <p:sldId id="280" r:id="rId30"/>
    <p:sldId id="292" r:id="rId42"/>
    <p:sldId id="293" r:id="rId52"/>
    <p:sldId id="314" r:id="rId41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29" Type="http://schemas.openxmlformats.org/officeDocument/2006/relationships/slide" Target="slides/slide28.xml"/><Relationship Id="rId30" Type="http://schemas.openxmlformats.org/officeDocument/2006/relationships/slide" Target="slides/slide31.xml"/><Relationship Id="rId31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5.xml"/><Relationship Id="rId36" Type="http://schemas.openxmlformats.org/officeDocument/2006/relationships/slide" Target="slides/slide9.xml"/><Relationship Id="rId37" Type="http://schemas.openxmlformats.org/officeDocument/2006/relationships/slide" Target="slides/slide14.xml"/><Relationship Id="rId38" Type="http://schemas.openxmlformats.org/officeDocument/2006/relationships/slide" Target="slides/slide19.xml"/><Relationship Id="rId39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34.xml"/><Relationship Id="rId42" Type="http://schemas.openxmlformats.org/officeDocument/2006/relationships/slide" Target="slides/slide32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3.xml"/><Relationship Id="rId53" Type="http://schemas.openxmlformats.org/officeDocument/2006/relationships/slide" Target="slides/slide35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4.xml"/><Relationship Id="rId71" Type="http://schemas.openxmlformats.org/officeDocument/2006/relationships/slide" Target="slides/slide29.xml"/><Relationship Id="rId72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Pacman5,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Pacman5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the State pattern, which we use for the ghosts’ modes. Then Strategy for how each ghost picks its target, and how the two patterns differ. Then Strategy a second time, for how a ghost finds its way.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gar-games/05-pac-man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per ghost in World.</a:t>
            </a:r>
          </a:p>
          <a:p>
            <a:r>
              <a:t>Blinky alone becomes relentless. With all four, the ghosts bunch up in the same corridors, and the game gets harder and less interesting.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themselves.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  <a:p/>
          <a:p>
            <a:r>
              <a:t>Q: Why do the chasing ghosts keep the arcade rule, when the shortest path is better?</a:t>
            </a:r>
          </a:p>
          <a:p>
            <a:r>
              <a:t>A: Better pathfinding makes a harder game, which isn't the same as a better one. The ghosts' wrong turns give the player room to escape, and with the shortest path all four would end up in the same corridors. Because routing is a strategy, the choice is one argument in World.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  <a:p>
            <a:r>
              <a:t>PathfinderTests does the same for paths: count the steps on paper, and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Pacman5 for a full life, then run dotnet test in 05-pac-man and open TargetingTests.cs and PathfinderTests.cs.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 is the ghost, T its target. Count both ways with them: left is 7 steps, right is 5.</a:t>
            </a:r>
          </a:p>
          <a:p>
            <a:r>
              <a:t>The arcade rule only compares straight-line distances from the two neighbouring tiles, so it goes left.</a:t>
            </a:r>
          </a:p>
          <a:p>
            <a:r>
              <a:t>This is fine for the chase, where wrong turns are part of the game. For the eyes going home it looks silly.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Strategy a second time, in the same game: ITargetStrategy for where, IRouteStrategy for which way.</a:t>
            </a:r>
          </a:p>
          <a:p>
            <a:r>
              <a:t>The chasing ghosts keep the arcade rule on purpose. Their wrong turns give the player room to escape.</a:t>
            </a:r>
          </a:p>
          <a:p>
            <a:r>
              <a:t>EatenState always uses ShortestPath, and lost a flag (_enteringHouse) because the search finds the door. The search is A*, in Pathfinder.cs. How it works is optional reading; here it is one method behind a strategy.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Pacman3 and Pacman4 side by side, then run Pacman4.</a:t>
            </a:r>
          </a:p>
          <a:p>
            <a:r>
              <a:t>- Routing/: IRouteStrategy, NearestTile, ShortestPath, Pathfinder</a:t>
            </a:r>
          </a:p>
          <a:p>
            <a:r>
              <a:t>- Ghost.Closest moved into NearestTile</a:t>
            </a:r>
          </a:p>
          <a:p>
            <a:r>
              <a:t>- eat a ghost and watch the eyes go straight home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Pacman5.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(purple)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-ma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255" y="2332305"/>
            <a:ext cx="2941488" cy="16545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Second Strategy: Routing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Pacman5,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drawn as lines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#.###.#######.########.#######.###.#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#.###.........########.........###.#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#.###.#######.########.#######.###.#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#####.###.##.####--####.##.###.#####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#####.###.##.#HHHHHHHH#.##.###.#####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.....##.#HiHpHHcH#.##.....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303" descr="ghost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303" descr="ghost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303" descr="ghost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3" descr="ghost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The state decides whether to chase, and the strategy decides how.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Strategy: Routing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The arcade rule looks one tile ahead. A wall can send the ghost the long way round.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95681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235915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76148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3163824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77316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175504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598017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1956816" y="2002536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235915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3163824" y="2002536"/>
            <a:ext cx="374904" cy="374904"/>
          </a:xfrm>
          <a:prstGeom prst="rect">
            <a:avLst/>
          </a:prstGeom>
          <a:solidFill>
            <a:srgbClr val="1E9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3968496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4773168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5175504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577840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980176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638251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784848" y="2002536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1956816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2359152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2761488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3163824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3566160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3968496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4370832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4773168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5175504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5577840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5980176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2" name="Rectangle 41"/>
          <p:cNvSpPr/>
          <p:nvPr/>
        </p:nvSpPr>
        <p:spPr>
          <a:xfrm>
            <a:off x="6784848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1956816" y="2807208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235915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2761488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3163824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3566160" y="2807208"/>
            <a:ext cx="374904" cy="374904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68496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9" name="Rectangle 48"/>
          <p:cNvSpPr/>
          <p:nvPr/>
        </p:nvSpPr>
        <p:spPr>
          <a:xfrm>
            <a:off x="437083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4773168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1" name="Rectangle 50"/>
          <p:cNvSpPr/>
          <p:nvPr/>
        </p:nvSpPr>
        <p:spPr>
          <a:xfrm>
            <a:off x="5175504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5980176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638251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6784848" y="2807208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195681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235915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8" name="Rectangle 57"/>
          <p:cNvSpPr/>
          <p:nvPr/>
        </p:nvSpPr>
        <p:spPr>
          <a:xfrm>
            <a:off x="276148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3163824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0" name="Rectangle 59"/>
          <p:cNvSpPr/>
          <p:nvPr/>
        </p:nvSpPr>
        <p:spPr>
          <a:xfrm>
            <a:off x="3566160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1" name="Rectangle 60"/>
          <p:cNvSpPr/>
          <p:nvPr/>
        </p:nvSpPr>
        <p:spPr>
          <a:xfrm>
            <a:off x="396849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37083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477316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175504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5" name="Rectangle 64"/>
          <p:cNvSpPr/>
          <p:nvPr/>
        </p:nvSpPr>
        <p:spPr>
          <a:xfrm>
            <a:off x="5577840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598017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7" name="Rectangle 66"/>
          <p:cNvSpPr/>
          <p:nvPr/>
        </p:nvSpPr>
        <p:spPr>
          <a:xfrm>
            <a:off x="638251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678484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368503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tile to the left of G is closer to T. That way is 7 steps, and going right is 5.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4160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Finding the way can be done in more than one way. That makes it a strategy.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as a Strategy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Targeting says where a ghost wants to go. Routing says which way it turns to get there.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84048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NearestTile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arcade rule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four ghosts, in scatter and chase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737360"/>
            <a:ext cx="384048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ShortestPath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first step of the shortest path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eyes, on their way home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Both are an IRouteStrategy. Which one a ghost gets is one argument in World.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Pathfinding Implementation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4023300"/>
          </a:xfr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Pacman4: routing strategies, and the shortest path for the eyes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Shortest Path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Pacman4’s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Blinky new ShortestPath()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give it to all four: what happens to the game?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pause.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Pacman5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Pacman5,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210312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State and Strategy have the same structure. How do they differ?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Why do the chasing ghosts keep the arcade rule?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