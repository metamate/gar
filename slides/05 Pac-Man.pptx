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2.xml"/><Relationship Id="rId41" Type="http://schemas.openxmlformats.org/officeDocument/2006/relationships/slide" Target="slides/slide25.xml"/><Relationship Id="rId42" Type="http://schemas.openxmlformats.org/officeDocument/2006/relationships/slide" Target="slides/slide23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4.xml"/><Relationship Id="rId53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Relationship Id="rId7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State pattern, through the ghosts’ modes. Then Strategy for their targeting, and how the two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themselves: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05-pacman and open TargetingTests.cs.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06: a playable core loop and a first class diagram. Look for modes in your game.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For the new mode, ask them to compare the classes they changed with Pacman1’s enum. Test first for the new ghost.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man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9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structure: hold an interface, forward to it.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mode: a short pause when a ghost is eaten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Pacman1’s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Look for modes in your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they be clearer as states?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