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30" Type="http://schemas.openxmlformats.org/officeDocument/2006/relationships/slide" Target="slides/slide35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5.xml"/><Relationship Id="rId55" Type="http://schemas.openxmlformats.org/officeDocument/2006/relationships/slide" Target="slides/slide34.xml"/><Relationship Id="rId56" Type="http://schemas.openxmlformats.org/officeDocument/2006/relationships/slide" Target="slides/slide6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03-snake)</a:t>
            </a:r>
          </a:p>
          <a:p>
            <a:r>
              <a:t>- The game is built up in steps: Snake0 → Snake9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Snake9 is the finished game, and the starting point for the exercises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Input happens every frame, but the snake acts on a tick</a:t>
            </a:r>
          </a:p>
          <a:p>
            <a:r>
              <a:t>  - Up, then Left between two ticks: the second press overwrites the first</a:t>
            </a:r>
          </a:p>
          <a:p>
            <a:r>
              <a:t>- Queue the turns, and use one per tick</a:t>
            </a:r>
          </a:p>
          <a:p>
            <a:r>
              <a:t>  - Check each turn against the last queued direction</a:t>
            </a:r>
          </a:p>
          <a:p>
            <a:r>
              <a:t>  - Keep the queue short: two turns</a:t>
            </a:r>
          </a:p>
          <a:p>
            <a:r>
              <a:t>- Common in games: a jump pressed just before landing still counts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 XML files describe the assets</a:t>
            </a:r>
          </a:p>
          <a:p>
            <a:r>
              <a:t>  - Which part of the image is the snake, how the bat’s animation runs, which tile goes where</a:t>
            </a:r>
          </a:p>
          <a:p>
            <a:r>
              <a:t>- Data can change without the code changing</a:t>
            </a:r>
          </a:p>
          <a:p>
            <a:r>
              <a:t>  - A new frame, a faster animation or a new room: edit a file, not C#</a:t>
            </a:r>
          </a:p>
          <a:p>
            <a:r>
              <a:t>  - Artists and designers can work without touching the code</a:t>
            </a:r>
          </a:p>
          <a:p>
            <a:r>
              <a:t>- The code gets smaller and more general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 same content builder as in Pong and Flappy Bird</a:t>
            </a:r>
          </a:p>
          <a:p>
            <a:r>
              <a:t>- But here, all steps share one Content project</a:t>
            </a:r>
          </a:p>
          <a:p>
            <a:r>
              <a:t>  - Content/Assets: the raw images and XML definitions</a:t>
            </a:r>
          </a:p>
          <a:p>
            <a:r>
              <a:t>  - Content/Builder/Builder.cs: the build rules, in C#</a:t>
            </a:r>
          </a:p>
          <a:p>
            <a:r>
              <a:t>- The rules decide how each asset is processed</a:t>
            </a:r>
          </a:p>
          <a:p>
            <a:r>
              <a:t>  - PNG images are built into textures (magenta = transparent)</a:t>
            </a:r>
          </a:p>
          <a:p>
            <a:r>
              <a:t>  - XML definitions are copied as they are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Nominal vs. structural typing (records)</a:t>
            </a:r>
          </a:p>
          <a:p/>
          <a:p>
            <a:r>
              <a:t>Talking points:</a:t>
            </a:r>
          </a:p>
          <a:p>
            <a:r>
              <a:t>- No need to add basic AABB collision detection to our library</a:t>
            </a:r>
          </a:p>
          <a:p>
            <a:r>
              <a:t>- Rectangle.Intersects(Rectangle)</a:t>
            </a:r>
          </a:p>
          <a:p>
            <a:r>
              <a:t>  - Provided by MonoGame</a:t>
            </a:r>
          </a:p>
          <a:p>
            <a:r>
              <a:t>    - performs an an AABB collision check for us</a:t>
            </a:r>
          </a:p>
          <a:p>
            <a:r>
              <a:t>- Rectangle.Contains()</a:t>
            </a:r>
          </a:p>
          <a:p>
            <a:r>
              <a:t>  - Checks if Rectangle/Vector2/Point is contained within the Rectangle</a:t>
            </a:r>
          </a:p>
          <a:p>
            <a:r>
              <a:t>- No Circles though</a:t>
            </a:r>
          </a:p>
          <a:p>
            <a:r>
              <a:t>  - Add a Circle struct to GMDCore</a:t>
            </a:r>
          </a:p>
          <a:p>
            <a:r>
              <a:t>  - Add an Intersects(Circle) method for other Circles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enemy with its own animation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New regions and an animation in atlas-definition.xml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room layout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need to change?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add gamepad support by changing only GameController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