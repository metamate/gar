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8.xml"/><Relationship Id="rId29" Type="http://schemas.openxmlformats.org/officeDocument/2006/relationships/slide" Target="slides/slide2.xml"/><Relationship Id="rId30" Type="http://schemas.openxmlformats.org/officeDocument/2006/relationships/slide" Target="slides/slide39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8.xml"/><Relationship Id="rId53" Type="http://schemas.openxmlformats.org/officeDocument/2006/relationships/slide" Target="slides/slide40.xml"/><Relationship Id="rId54" Type="http://schemas.openxmlformats.org/officeDocument/2006/relationships/slide" Target="slides/slide6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Relationship Id="rId6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GARCore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bottom mouse cycles through the three above.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GARCore.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mouse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GARCore.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mouse grows the snake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6 (the torch) and tile 9 (the floor)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beetle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beetle next to the mouse? A lot: Game1 handles the mouse by name (its collisions, its bounces). Data can’t fix that; it’s the next architecture problem.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GARCore.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Answer for the 20: the tileset has 16 tiles (0 to 15),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rotation speed is a constant at the top of Game1; the scale is set in LoadContent.</a:t>
            </a:r>
          </a:p>
          <a:p>
            <a:r>
              <a:t>Answer: without CenterOrigin the mouse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mouse-1 rectangle is enough; no C#.</a:t>
            </a:r>
          </a:p>
          <a:p>
            <a:r>
              <a:t>Ask about the misspelling. Answer: the game stops at start-up (the atlas looks names up in a dictionary). A mistake in data only shows up when the game runs.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9" Type="http://schemas.openxmlformats.org/officeDocument/2006/relationships/image" Target="../media/image4.png"/><Relationship Id="rId10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5.png"/><Relationship Id="rId6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4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44144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300" b="0">
                <a:solidFill>
                  <a:srgbClr val="DEE2E6"/>
                </a:solidFill>
              </a:rPr>
              <a:t/>
            </a:r>
            <a:r>
              <a:rPr sz="1000">
                <a:solidFill>
                  <a:srgbClr val="DEE2E6"/>
                </a:solidFill>
                <a:latin typeface="Consolas"/>
              </a:rPr>
              <a:t>&lt;Region name="mouse-1" x="20" y="0"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&lt;Region name="mouse-2" x="20" y="20"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&lt;Region name="mouse-3" x="40" y="0"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&lt;Animation name="mouse-animation" delay="200"&gt;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region="mouse-1"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region="mouse-2"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region="mouse-1"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region="mouse-3"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mouse?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mous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atla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gras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mouse1.png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grass.png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atlas_reg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mouse with its second frame (x 20, y 20)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mouse-1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pr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mouse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animati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mouse’s tail wiggle twice as fast, and the snake breathe slower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mouse’s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tile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tileset_numb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tileset_numb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room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move the torches, add cracks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20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GARCore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GARCore.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GARCore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A Beetle From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beetle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enemy a beetle: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beetle next to the mouse?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GARCore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