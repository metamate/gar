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30" Type="http://schemas.openxmlformats.org/officeDocument/2006/relationships/slide" Target="slides/slide33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2.xml"/><Relationship Id="rId53" Type="http://schemas.openxmlformats.org/officeDocument/2006/relationships/slide" Target="slides/slide34.xml"/><Relationship Id="rId54" Type="http://schemas.openxmlformats.org/officeDocument/2006/relationships/slide" Target="slides/slide5.xml"/><Relationship Id="rId55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19.xml"/><Relationship Id="rId58" Type="http://schemas.openxmlformats.org/officeDocument/2006/relationships/slide" Target="slides/slide20.xml"/><Relationship Id="rId59" Type="http://schemas.openxmlformats.org/officeDocument/2006/relationships/slide" Target="slides/slide21.xml"/><Relationship Id="rId6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bat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Groups and a concept before session 04, a repository from gar-starter, and a first architecture sketch.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bat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bat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name), then a new room layout.</a:t>
            </a:r>
          </a:p>
          <a:p>
            <a:r>
              <a:t>Ask afterwards: how much C# did you change? One string. And for a beetle next to the bat? A lot: Game1 handles the bat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5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beetle; then change the room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bat?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