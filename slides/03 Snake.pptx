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8" r:id="rId38"/>
    <p:sldId id="289" r:id="rId39"/>
    <p:sldId id="290" r:id="rId40"/>
    <p:sldId id="298" r:id="rId57"/>
    <p:sldId id="299" r:id="rId58"/>
    <p:sldId id="300" r:id="rId59"/>
    <p:sldId id="301" r:id="rId6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30" Type="http://schemas.openxmlformats.org/officeDocument/2006/relationships/slide" Target="slides/slide33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0" Type="http://schemas.openxmlformats.org/officeDocument/2006/relationships/slide" Target="slides/slide18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2.xml"/><Relationship Id="rId53" Type="http://schemas.openxmlformats.org/officeDocument/2006/relationships/slide" Target="slides/slide34.xml"/><Relationship Id="rId54" Type="http://schemas.openxmlformats.org/officeDocument/2006/relationships/slide" Target="slides/slide5.xml"/><Relationship Id="rId55" Type="http://schemas.openxmlformats.org/officeDocument/2006/relationships/slide" Target="slides/slide35.xml"/><Relationship Id="rId56" Type="http://schemas.openxmlformats.org/officeDocument/2006/relationships/slide" Target="slides/slide6.xml"/><Relationship Id="rId57" Type="http://schemas.openxmlformats.org/officeDocument/2006/relationships/slide" Target="slides/slide19.xml"/><Relationship Id="rId58" Type="http://schemas.openxmlformats.org/officeDocument/2006/relationships/slide" Target="slides/slide20.xml"/><Relationship Id="rId59" Type="http://schemas.openxmlformats.org/officeDocument/2006/relationships/slide" Target="slides/slide21.xml"/><Relationship Id="rId6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GMDCore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bat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Groups and a concept before session 04, a repository from gar-starter, and a first architecture sketch.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GMDCore.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bat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GMDCore.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bat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the beetle is drawn in the atlas but not described. Two regions and an animation in the XML, then one line of C# (the animation name), then a new room layout.</a:t>
            </a:r>
          </a:p>
          <a:p>
            <a:r>
              <a:t>Ask afterwards: how much C# did you change? One string. And for a beetle next to the bat? A lot: Game1 handles the bat by name (its collisions, its bounces). That is the next architecture problem, not a data 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  <a:p>
            <a:r>
              <a:t>Gamepad: a press needs last frame’s state, so it goes through a GamePadInfo in GMDCore. In the game, only GameController changes. Geometry Wars has a finished GamePadInfo to compare with.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3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5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100">
                <a:solidFill>
                  <a:srgbClr val="DEE2E6"/>
                </a:solidFill>
                <a:latin typeface="Consolas"/>
              </a:rPr>
              <a:t>&lt;Region name="bat-1" x="20"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name="bat-2" x="20" y="20"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name="bat-3" x="40"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&lt;Animation name="bat-animation" delay="200"&gt;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region="bat-2"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region="bat-3"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bat?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bat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snake_atl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flo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bat1.png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floor.png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nake_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408050"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bat_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snake_til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snake_tileset_label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snake_tileset_labe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snake_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beetle is in the atlas image, but not in the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Describe it in atlas-definition.xml: two regions, one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enemy a beetle; then change the room in tilemap-definition.xml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change? And for a beetle next to the bat?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the D-pad, through a GamePadInfo in GMDCore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