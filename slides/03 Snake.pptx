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mouse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mouse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mouse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mouse? A lot: Game1 handles the mouse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Scale and rotation speed are at the top of Game1.</a:t>
            </a:r>
          </a:p>
          <a:p>
            <a:r>
              <a:t>Answer: without CenterOrigin the mouse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mouse-1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9" Type="http://schemas.openxmlformats.org/officeDocument/2006/relationships/image" Target="../media/image4.png"/><Relationship Id="rId10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name="mouse-1"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name="mouse-animation"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mouse?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gras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mouse1.png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mouse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mouse-1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mouse’s tail wiggle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mouse’s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mouse?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