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88" r:id="rId38"/>
    <p:sldId id="289" r:id="rId39"/>
    <p:sldId id="290" r:id="rId40"/>
    <p:sldId id="298" r:id="rId57"/>
    <p:sldId id="299" r:id="rId58"/>
    <p:sldId id="300" r:id="rId59"/>
    <p:sldId id="301" r:id="rId6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16.xml"/><Relationship Id="rId39" Type="http://schemas.openxmlformats.org/officeDocument/2006/relationships/slide" Target="slides/slide17.xml"/><Relationship Id="rId40" Type="http://schemas.openxmlformats.org/officeDocument/2006/relationships/slide" Target="slides/slide18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2.xml"/><Relationship Id="rId53" Type="http://schemas.openxmlformats.org/officeDocument/2006/relationships/slide" Target="slides/slide33.xml"/><Relationship Id="rId54" Type="http://schemas.openxmlformats.org/officeDocument/2006/relationships/slide" Target="slides/slide5.xml"/><Relationship Id="rId55" Type="http://schemas.openxmlformats.org/officeDocument/2006/relationships/slide" Target="slides/slide34.xml"/><Relationship Id="rId56" Type="http://schemas.openxmlformats.org/officeDocument/2006/relationships/slide" Target="slides/slide6.xml"/><Relationship Id="rId57" Type="http://schemas.openxmlformats.org/officeDocument/2006/relationships/slide" Target="slides/slide19.xml"/><Relationship Id="rId58" Type="http://schemas.openxmlformats.org/officeDocument/2006/relationships/slide" Target="slides/slide20.xml"/><Relationship Id="rId59" Type="http://schemas.openxmlformats.org/officeDocument/2006/relationships/slide" Target="slides/slide21.xml"/><Relationship Id="rId60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</a:t>
            </a:r>
            <a:r>
              <a:rPr lang="en"/>
              <a:t>no longer reference a Texture2D directly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Better for round objects like balls and coins.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accurate for rotating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simpler check for overlap than rectangles.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Rectangle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Great for walls, platforms, and most game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Easy to visualize and debug.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Works well with tile-based games.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Broad &amp; Narrow phase</a:t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3.gi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4" Type="http://schemas.openxmlformats.org/officeDocument/2006/relationships/image" Target="../media/image14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17.png"/><Relationship Id="rId5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Relationship Id="rId4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6087" y="1626274"/>
            <a:ext cx="5451825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03-snake)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Snake0 → Snake9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Snake9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content builder as in Pong and Flappy 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But here, all steps share one Content project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Content/Assets: the raw images and XML definitions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Content/Builder/Builder.cs: the build rules, in C#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rules decide how each asset is processed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PNG images are built into textures (magenta = transparent)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XML definitions are copied as they are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files describe the assets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part of the image is the snake, how the bat’s animation runs, which tile goes where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can change without the code changing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new frame, a faster animation or a new room: edit a file, not C#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Artists and designers can work without touching the code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code gets smaller and more general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bat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snak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snak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snake_atla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4642" y="1560179"/>
            <a:ext cx="1348766" cy="2023149"/>
          </a:xfrm>
          <a:prstGeom prst="rect">
            <a:avLst/>
          </a:prstGeom>
        </p:spPr>
      </p:pic>
      <p:pic>
        <p:nvPicPr>
          <p:cNvPr id="68" name="Picture 73" descr="flo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bat1.png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floor.png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snake_at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snake_at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872328" y="1534890"/>
            <a:ext cx="387769" cy="387769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3571128" y="1084290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nake_spr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408050"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3" descr="bat_animati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snake_tiles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snake_tileset_labell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snake_tileset_label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Picture 275" descr="snake_ro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25" y="1114550"/>
            <a:ext cx="3397050" cy="3397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TimeSpan.FromMilliseconds(200);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happens every frame, but the snake acts on a tick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Up, then Left between two ticks: the second press overwrites the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Queue the turns, and use one per tick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 each turn against the last queued direction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Keep the queue short: two turns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Common in games: a jump pressed just before landing still counts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GMDCore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 need to add basic AABB collision detection to our library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Rectangle.Intersects(Rectangle)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Provided by MonoGame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performs an an AABB collision check for us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u="sng">
                <a:solidFill>
                  <a:schemeClr val="hlink"/>
                </a:solidFill>
                <a:hlinkClick r:id="rId4"/>
              </a:rPr>
              <a:t>Rectangle.Contains()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Checks if Rectangle/Vector2/Point is contained within the Rectangle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 Circles though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 Circle struct to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an Intersects(Ci</a:t>
            </a:r>
            <a:r>
              <a:rPr lang="en"/>
              <a:t>rcl</a:t>
            </a:r>
            <a:r>
              <a:rPr lang="en"/>
              <a:t>e) method for other Circles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Data, Not Code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24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second enemy with its own animation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New regions and an animation in atlas-definition.xml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Change the room layout in tilemap-definition.xml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need to change?</a:t>
            </a:r>
            <a:endParaRPr/>
          </a:p>
        </p:txBody>
      </p:sp>
      <p:pic>
        <p:nvPicPr>
          <p:cNvPr id="288" name="Google Shape;288;p4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04288" y="2252475"/>
            <a:ext cx="5135416" cy="270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add gamepad support by changing only GameController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Form groups of 1–3 students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Think of a game you want to create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Take inspiration from classic games!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 mindful of scope (creep)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Get it started in your own time, before session 04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Game concept, repository setup and a first architecture sketch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Your repository starts from the gar-starter template on GitHub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