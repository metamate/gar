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3" r:id="rId29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308" r:id="rId24"/>
    <p:sldId id="264" r:id="rId14"/>
    <p:sldId id="265" r:id="rId15"/>
    <p:sldId id="307" r:id="rId25"/>
    <p:sldId id="266" r:id="rId16"/>
    <p:sldId id="267" r:id="rId17"/>
    <p:sldId id="268" r:id="rId18"/>
    <p:sldId id="306" r:id="rId26"/>
    <p:sldId id="288" r:id="rId38"/>
    <p:sldId id="289" r:id="rId39"/>
    <p:sldId id="290" r:id="rId40"/>
    <p:sldId id="305" r:id="rId27"/>
    <p:sldId id="298" r:id="rId57"/>
    <p:sldId id="299" r:id="rId58"/>
    <p:sldId id="300" r:id="rId59"/>
    <p:sldId id="301" r:id="rId60"/>
    <p:sldId id="304" r:id="rId28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302" r:id="rId3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24" Type="http://schemas.openxmlformats.org/officeDocument/2006/relationships/slide" Target="slides/slide12.xml"/><Relationship Id="rId25" Type="http://schemas.openxmlformats.org/officeDocument/2006/relationships/slide" Target="slides/slide15.xml"/><Relationship Id="rId26" Type="http://schemas.openxmlformats.org/officeDocument/2006/relationships/slide" Target="slides/slide19.xml"/><Relationship Id="rId27" Type="http://schemas.openxmlformats.org/officeDocument/2006/relationships/slide" Target="slides/slide23.xml"/><Relationship Id="rId28" Type="http://schemas.openxmlformats.org/officeDocument/2006/relationships/slide" Target="slides/slide28.xml"/><Relationship Id="rId29" Type="http://schemas.openxmlformats.org/officeDocument/2006/relationships/slide" Target="slides/slide2.xml"/><Relationship Id="rId30" Type="http://schemas.openxmlformats.org/officeDocument/2006/relationships/slide" Target="slides/slide39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8.xml"/><Relationship Id="rId53" Type="http://schemas.openxmlformats.org/officeDocument/2006/relationships/slide" Target="slides/slide40.xml"/><Relationship Id="rId54" Type="http://schemas.openxmlformats.org/officeDocument/2006/relationships/slide" Target="slides/slide6.xml"/><Relationship Id="rId56" Type="http://schemas.openxmlformats.org/officeDocument/2006/relationships/slide" Target="slides/slide7.xml"/><Relationship Id="rId57" Type="http://schemas.openxmlformats.org/officeDocument/2006/relationships/slide" Target="slides/slide24.xml"/><Relationship Id="rId58" Type="http://schemas.openxmlformats.org/officeDocument/2006/relationships/slide" Target="slides/slide25.xml"/><Relationship Id="rId59" Type="http://schemas.openxmlformats.org/officeDocument/2006/relationships/slide" Target="slides/slide26.xml"/><Relationship Id="rId60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Snake. The main topic: assets as data.</a:t>
            </a:r>
          </a:p>
          <a:p>
            <a:r>
              <a:t>Start by playing the finished game, Snake9,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Snake9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assets as data. The art, the animations and the room are described in XML, and the code only reads them.</a:t>
            </a:r>
          </a:p>
          <a:p>
            <a:r>
              <a:t>Then movement on a fixed tick, and input as actions.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gar-games/03-snake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small images: a texture switch for every draw. One atlas: one texture, many regions. Fewer switches, faster drawing, one file to manage.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game’s art in one image.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region: a rectangle inside the atlas, with a name. We no longer reference a Texture2D directly; we ask the atlas for a region.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Snake0 and Snake1 side by side (a diff tool, or two editor panes), then run Snake1.</a:t>
            </a:r>
          </a:p>
          <a:p>
            <a:r>
              <a:t>- the hardcoded rectangles become names in atlas-definition.xml</a:t>
            </a:r>
          </a:p>
          <a:p>
            <a:r>
              <a:t>- TextureAtlas.FromFile reads the XML</a:t>
            </a:r>
          </a:p>
          <a:p>
            <a:r>
              <a:t>- Game1 asks for regions by name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sprite: a region plus how to draw it (rotation, scale, colour, origin). Point at the labels on the picture.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Snake1 and Snake2 side by side (a diff tool, or two editor panes), then run Snake2.</a:t>
            </a:r>
          </a:p>
          <a:p>
            <a:r>
              <a:t>- the Sprite class in GARCore</a:t>
            </a:r>
          </a:p>
          <a:p>
            <a:r>
              <a:t>- drawing through a sprite instead of the region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Where art comes from: draw it yourself (Aseprite is a good pixel editor), or use free packs with a clear licence.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animation: a list of regions and a delay. The bottom apple cycles through the three above.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Snake2 and Snake3 side by side (a diff tool, or two editor panes), then run Snake3.</a:t>
            </a:r>
          </a:p>
          <a:p>
            <a:r>
              <a:t>- the Animations section of the XML</a:t>
            </a:r>
          </a:p>
          <a:p>
            <a:r>
              <a:t>- AnimatedSprite advancing frames with elapsed time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Speed: TickDuration in Snake. Keys: GameController only.</a:t>
            </a:r>
          </a:p>
          <a:p>
            <a:r>
              <a:t>If there is time: press two turns within one tick in Snake6, then in Snake7, and compare.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Snake.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fast students: pull the tick timer out into a reusable FixedTimer in GARCore.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Snake5 and Snake7 side by side (a diff tool, or two editor panes), then run Snake7.</a:t>
            </a:r>
          </a:p>
          <a:p>
            <a:r>
              <a:t>- Snake5: the tick accumulator</a:t>
            </a:r>
          </a:p>
          <a:p>
            <a:r>
              <a:t>- Snake6: GameController</a:t>
            </a:r>
          </a:p>
          <a:p>
            <a:r>
              <a:t>- Snake7: the queue of turns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game asks for Up, never for W. The keys live in one place, GameController.</a:t>
            </a:r>
          </a:p>
          <a:p>
            <a:r>
              <a:t>Ask: what changes to support a gamepad? Answer: only GameController.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snake moves one cell per tick, however fast the game runs. The accumulator collects real time.</a:t>
            </a:r>
          </a:p>
          <a:p>
            <a:r>
              <a:t>Ask: why subtract the tick, not reset to zero? Answer: the leftover time carries over, so ticks stay even.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prefer a texture atlas over many individual image files?</a:t>
            </a:r>
          </a:p>
          <a:p>
            <a:r>
              <a:t>A: Drawing from one texture lets SpriteBatch batch many sprites into few draw calls. Switching textures between draws breaks the batch and costs performance.</a:t>
            </a:r>
          </a:p>
          <a:p/>
          <a:p>
            <a:r>
              <a:t>Q: Why subtract the tick duration from the accumulator instead of resetting it to zero?</a:t>
            </a:r>
          </a:p>
          <a:p>
            <a:r>
              <a:t>A: The leftover time carries over to the next tick. Resetting it would throw away a bit of time every tick, so the ticks would drift and depend on the frame rate.</a:t>
            </a:r>
          </a:p>
          <a:p/>
          <a:p>
            <a:r>
              <a:t>Q: What problems come from reading the keyboard directly inside gameplay code?</a:t>
            </a:r>
          </a:p>
          <a:p>
            <a:r>
              <a:t>A: Keys are hardcoded throughout the game, so rebinding, supporting a gamepad or letting an AI drive the same entity means editing gameplay code in many places.</a:t>
            </a:r>
          </a:p>
          <a:p/>
          <a:p>
            <a:r>
              <a:t>Q: Why check a buffered turn against the last buffered direction?</a:t>
            </a:r>
          </a:p>
          <a:p>
            <a:r>
              <a:t>A: The snake only turns on the next tick. Checking against its current direction would allow two quick turns that together reverse it into its own neck.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 it out: press Up then Left quickly between two ticks. Keep only the last key and the Up is lost.</a:t>
            </a:r>
          </a:p>
          <a:p>
            <a:r>
              <a:t>Queue them instead, at most two. Same idea as a jump pressed just before landing.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three questions on the right, and let the class answer each.</a:t>
            </a:r>
          </a:p>
          <a:p>
            <a:r>
              <a:t>Answer: none of them need C#. A faster animation is a delay, an extra frame is a Frame line, a new room is the tilemap file.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Follow the pipeline left to right. The new part: all steps share one Content project.</a:t>
            </a:r>
          </a:p>
          <a:p>
            <a:r>
              <a:t>Show Builder.cs: PNGs become textures, XML is copied as it is.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levels: distance, shapes (boxes, circles), polygons. Use the simplest that looks right.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question: why not Vector2.Distance? Answer: it takes a square root. Compare squared distances instead: same answer, cheaper.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Circles or rectangles? Circles for round and rotating things; rectangles for boxes and tiles. Pick per object.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Detection says they touch; response says what happens: block, trigger, or bounce (Vector2.Reflect).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pair: n(n−1)/2 checks. 100 objects, 4,950 checks a frame. Broad phase first (cheap, rough), narrow phase only for candidates.</a:t>
            </a:r>
          </a:p>
          <a:p>
            <a:r>
              <a:t>Vampire Survivors comes back to this with a grid.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Rectangles: MonoGame has Intersects. Circles: we add a Circle struct to GARCore.</a:t>
            </a:r>
          </a:p>
          <a:p>
            <a:r>
              <a:t>Ask the question. Answer: squaring is cheap, square roots are not, and the comparison gives the same result.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Snake8 and Snake9 side by side (a diff tool, or two editor panes), then run Snake9.</a:t>
            </a:r>
          </a:p>
          <a:p>
            <a:r>
              <a:t>- eating the apple grows the snake</a:t>
            </a:r>
          </a:p>
          <a:p>
            <a:r>
              <a:t>- hitting itself or a wall ends the game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tileset: an image cut into equal tiles, numbered left to right, top to bottom.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numbers in the middle are the room. Find tile 6 (the torch) and tile 9 (the floor) together.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Snake3 and Snake4 side by side (a diff tool, or two editor panes), then run Snake4.</a:t>
            </a:r>
          </a:p>
          <a:p>
            <a:r>
              <a:t>- tilemap-definition.xml</a:t>
            </a:r>
          </a:p>
          <a:p>
            <a:r>
              <a:t>- Tilemap.FromFile</a:t>
            </a:r>
          </a:p>
          <a:p>
            <a:r>
              <a:t>- change one number, rebuild, and watch the room change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the beetle is drawn in the atlas but not described. Two regions and an animation in the XML, then one line of C# (the animation name).</a:t>
            </a:r>
          </a:p>
          <a:p>
            <a:r>
              <a:t>Ask afterwards: how much C# did you change? One string. And for a beetle next to the apple? A lot: Game1 handles the apple by name (its field, its respawn, its collision). Data can’t fix that; it’s the next architecture problem.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Snake9. Ask for the speed-up exercise: where does that rule belong? In the snake, or in the game?</a:t>
            </a:r>
          </a:p>
          <a:p>
            <a:r>
              <a:t>Gamepad: a press needs last frame’s state, so it goes through a GamePadInfo in GARCore. In the game, only GameController changes. Geometry Wars has a finished GamePadInfo to compare with.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Snake4.</a:t>
            </a:r>
          </a:p>
          <a:p>
            <a:r>
              <a:t>Answer for the 20: the tileset has 16 tiles (0 to 15), so the game fails when it draws the room. Same lesson as the misspelled region: data errors appear at runtime.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Snake3. The delay attribute and one more Frame line. Ask afterwards: how much C# did you change? None.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rotation speed is a constant at the top of Game1; the scale is set in LoadContent.</a:t>
            </a:r>
          </a:p>
          <a:p>
            <a:r>
              <a:t>Answer: without CenterOrigin the apple spins around its top-left corner, because the origin is where rotation and scale start from.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Snake1. Moving the apple-1 rectangle is enough; no C#.</a:t>
            </a:r>
          </a:p>
          <a:p>
            <a:r>
              <a:t>Ask about the misspelling. Answer: the game stops at start-up (the atlas looks names up in a dictionary). A mistake in data only shows up when the game runs.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ithub.com/Metamate/gmd2-snak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6" Type="http://schemas.openxmlformats.org/officeDocument/2006/relationships/image" Target="../media/image9.png"/><Relationship Id="rId7" Type="http://schemas.openxmlformats.org/officeDocument/2006/relationships/image" Target="../media/image8.png"/><Relationship Id="rId8" Type="http://schemas.openxmlformats.org/officeDocument/2006/relationships/image" Target="../media/image7.png"/><Relationship Id="rId9" Type="http://schemas.openxmlformats.org/officeDocument/2006/relationships/image" Target="../media/image4.png"/><Relationship Id="rId11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4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17.gi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5.png"/><Relationship Id="rId6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Snake</a:t>
            </a:r>
            <a:endParaRPr/>
          </a:p>
        </p:txBody>
      </p:sp>
      <p:pic>
        <p:nvPicPr>
          <p:cNvPr id="3" name="Picture 2" descr="snak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96012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Snake goes back to Blockade (Gremlin, 1976). Image: Ustone07, CC BY-SA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6087" y="1626274"/>
            <a:ext cx="5451824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44144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(Snake0 to Snake9),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Content project, shared by every step. Builder.cs decides what happens to each file.</a:t>
            </a: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1148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Content/Assets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images, XML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4288" y="20345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56032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Builder.cs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rules, in C#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45312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70915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The content builder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runs on build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0196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85799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bin/.../Content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.xnb files, XML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69748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PNG images become textures (magenta is see-through). XML definitions are copied as they 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describes the assets; the code only reads it.</a:t>
            </a:r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411480" y="1371600"/>
            <a:ext cx="4937760" cy="2377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300" b="0">
                <a:solidFill>
                  <a:srgbClr val="DEE2E6"/>
                </a:solidFill>
              </a:rPr>
              <a:t/>
            </a:r>
            <a:r>
              <a:rPr sz="1000">
                <a:solidFill>
                  <a:srgbClr val="DEE2E6"/>
                </a:solidFill>
                <a:latin typeface="Consolas"/>
              </a:rPr>
              <a:t>&lt;Region name="apple-1" x="20" y="0" width="20" height="20"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&lt;Region name="apple-2" x="20" y="20" width="20" height="20"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&lt;Region name="apple-3" x="40" y="0" width="20" height="20"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&lt;Animation name="apple-animation" delay="200"&gt;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region="apple-1"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region="apple-2"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region="apple-1"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region="apple-3"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&lt;/Animation&gt;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577840" y="14630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EE2E6"/>
                </a:solidFill>
              </a:rPr>
              <a:t>A faster animation?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An extra frame?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 new room?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Which of these need a C# change?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mous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snake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snake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atla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64642" y="1560179"/>
            <a:ext cx="1348766" cy="2023149"/>
          </a:xfrm>
          <a:prstGeom prst="rect">
            <a:avLst/>
          </a:prstGeom>
        </p:spPr>
      </p:pic>
      <p:pic>
        <p:nvPicPr>
          <p:cNvPr id="68" name="Picture 7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apple1.png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grass.png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atl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atlas_reg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872328" y="1534890"/>
            <a:ext cx="387769" cy="387769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3571128" y="1084290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Regions by Name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Snake1, only atlas-definition.xml changes: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the apple with its second frame (x 20, y 20)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misspell apple-1 in the XML. What happens, and when?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pr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Sprite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apple bigger, and spin it the other way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remove CenterOrigin(). What changes, and why?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3" descr="animati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Animation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XML only: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apple’s leaf sway twice as fast, and the snake breathe slower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apple’s animation one more frame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tile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tileset_numb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tileset_numb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Picture 275" descr="room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3925" y="1114550"/>
            <a:ext cx="3397050" cy="3397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Room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tilemap-definition.xml: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Rearrange the room: move the torches, add cracks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put a 20 in it. What happens, and when?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TimeSpan.FromMilliseconds(200);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snake acts once per tick; the player can press twice between two ticks.</a:t>
            </a:r>
            <a:endParaRPr/>
          </a:p>
        </p:txBody>
      </p:sp>
      <p:cxnSp>
        <p:nvCxnSpPr>
          <p:cNvPr id="295" name="Connector 294"/>
          <p:cNvCxnSpPr/>
          <p:nvPr/>
        </p:nvCxnSpPr>
        <p:spPr>
          <a:xfrm>
            <a:off x="548640" y="2011680"/>
            <a:ext cx="795528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51560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400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452359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0408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880360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Up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32918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709159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Left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51206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27432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Keep only the last key: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Left overwrites Up, and the turn is lost.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572000" y="2743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Queue them (at most two):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Up on this tick, Left on the next.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same trick lets a jump pressed just before landing still count.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Ticks and Keys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I, J, K and L as a third set of keys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file did each change need?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GARCore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checks rectangles for us; circles we add to GARCore.</a:t>
            </a:r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548640" y="1417320"/>
            <a:ext cx="8046720" cy="17373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bool hit = a.Intersects(b);            // Rectangle: AABB, built in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readonly record struct Circle   // GARCore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public bool Intersects(Circle other) =&gt; ...   // squared distances, no square root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}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compare squared distances?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A Beetle From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beetle is in the atlas image, but not in the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Describe it in atlas-definition.xml: two regions, one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enemy a beetle: which line of C# changes?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change? And for a beetle next to the apple?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the D-pad, through a GamePadInfo in GARCore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GARCore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prefer a texture atlas over many individual image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subtract the tick duration from the accumulator instead of resetting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come from reading the keyboard inside gameplay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check a buffered turn against the last buffered direction?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