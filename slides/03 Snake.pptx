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3" r:id="rId29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308" r:id="rId24"/>
    <p:sldId id="264" r:id="rId14"/>
    <p:sldId id="265" r:id="rId15"/>
    <p:sldId id="307" r:id="rId25"/>
    <p:sldId id="266" r:id="rId16"/>
    <p:sldId id="267" r:id="rId17"/>
    <p:sldId id="268" r:id="rId18"/>
    <p:sldId id="306" r:id="rId26"/>
    <p:sldId id="288" r:id="rId38"/>
    <p:sldId id="289" r:id="rId39"/>
    <p:sldId id="290" r:id="rId40"/>
    <p:sldId id="305" r:id="rId27"/>
    <p:sldId id="298" r:id="rId57"/>
    <p:sldId id="299" r:id="rId58"/>
    <p:sldId id="300" r:id="rId59"/>
    <p:sldId id="301" r:id="rId60"/>
    <p:sldId id="304" r:id="rId28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24" Type="http://schemas.openxmlformats.org/officeDocument/2006/relationships/slide" Target="slides/slide12.xml"/><Relationship Id="rId25" Type="http://schemas.openxmlformats.org/officeDocument/2006/relationships/slide" Target="slides/slide15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8.xml"/><Relationship Id="rId29" Type="http://schemas.openxmlformats.org/officeDocument/2006/relationships/slide" Target="slides/slide2.xml"/><Relationship Id="rId30" Type="http://schemas.openxmlformats.org/officeDocument/2006/relationships/slide" Target="slides/slide39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20.xml"/><Relationship Id="rId39" Type="http://schemas.openxmlformats.org/officeDocument/2006/relationships/slide" Target="slides/slide21.xml"/><Relationship Id="rId40" Type="http://schemas.openxmlformats.org/officeDocument/2006/relationships/slide" Target="slides/slide22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8.xml"/><Relationship Id="rId53" Type="http://schemas.openxmlformats.org/officeDocument/2006/relationships/slide" Target="slides/slide40.xml"/><Relationship Id="rId54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24.xml"/><Relationship Id="rId58" Type="http://schemas.openxmlformats.org/officeDocument/2006/relationships/slide" Target="slides/slide25.xml"/><Relationship Id="rId59" Type="http://schemas.openxmlformats.org/officeDocument/2006/relationships/slide" Target="slides/slide26.xml"/><Relationship Id="rId6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GARCore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head at the bottom plays the frames above: five with its eyes open, one with them closed, so it blinks.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Speed: TickDuration in Snake. Keys: GameController only.</a:t>
            </a:r>
          </a:p>
          <a:p>
            <a:r>
              <a:t>If there is time: press two turns within one tick in Snake6, then in Snake7, and compare.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Snake.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GARCore.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animation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GARCore.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food grows the snake and adds a point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4 (the floor) and the four corners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bug is drawn in the atlas but not described. Two regions and an animation in the XML, then one line of C# (the animation name).</a:t>
            </a:r>
          </a:p>
          <a:p>
            <a:r>
              <a:t>Ask afterwards: how much C# did you change? One string. And for a bug next to the food? A lot: Game1 handles the food by name (its field, its respawn, its collision). Data can’t fix that; it’s the next architecture problem.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GARCore.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Snake4.</a:t>
            </a:r>
          </a:p>
          <a:p>
            <a:r>
              <a:t>The new wall doesn’t stop the snake: the tilemap is only a picture, and the room’s Rectangle decides. Answer for the 9: the tileset has 9 tiles (0 to 8), so the game fails when it draws the room. Same lesson as the misspelled region: data errors appear at runtime.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Snake3. The delay attribute and one more Frame line. Ask afterwards: how much C# did you change? None.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rotation speed is a constant at the top of Game1; the scale is set in LoadContent.</a:t>
            </a:r>
          </a:p>
          <a:p>
            <a:r>
              <a:t>Answer: without CenterOrigin the head spins around its top-left corner, because the origin is where rotation and scale start from.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Snake1. Moving the food-1 rectangle is enough; no C#.</a:t>
            </a:r>
          </a:p>
          <a:p>
            <a:r>
              <a:t>Ask about the misspelling. Answer: the game stops at start-up (the atlas looks names up in a dictionary). A mistake in data only shows up when the game runs.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9.png"/><Relationship Id="rId7" Type="http://schemas.openxmlformats.org/officeDocument/2006/relationships/image" Target="../media/image8.png"/><Relationship Id="rId8" Type="http://schemas.openxmlformats.org/officeDocument/2006/relationships/image" Target="../media/image7.png"/><Relationship Id="rId9" Type="http://schemas.openxmlformats.org/officeDocument/2006/relationships/image" Target="../media/image4.png"/><Relationship Id="rId10" Type="http://schemas.openxmlformats.org/officeDocument/2006/relationships/image" Target="../media/image6.png"/><Relationship Id="rId11" Type="http://schemas.openxmlformats.org/officeDocument/2006/relationships/image" Target="../media/image12.png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Relationship Id="rId4" Type="http://schemas.openxmlformats.org/officeDocument/2006/relationships/image" Target="../media/image17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5.png"/><Relationship Id="rId4" Type="http://schemas.openxmlformats.org/officeDocument/2006/relationships/image" Target="../media/image29.png"/><Relationship Id="rId5" Type="http://schemas.openxmlformats.org/officeDocument/2006/relationships/image" Target="../media/image24.png"/><Relationship Id="rId6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Relationship Id="rId6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Snake</a:t>
            </a:r>
            <a:endParaRPr/>
          </a:p>
        </p:txBody>
      </p:sp>
      <p:pic>
        <p:nvPicPr>
          <p:cNvPr id="3" name="Picture 2" descr="snak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96012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Snake goes back to Blockade (Gremlin, 1976). Image: Ustone07, CC BY-SA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6087" y="1626274"/>
            <a:ext cx="5451824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441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300" b="0">
                <a:solidFill>
                  <a:srgbClr val="DEE2E6"/>
                </a:solidFill>
              </a:rPr>
              <a:t>&lt;Region name="head-1" x="8"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&lt;Region name="head-2" x="16" y="0" width="7" height="7"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&lt;Animation name="head-animation" delay="250"&gt;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region="head-1"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    &lt;Frame region="head-2" /&gt;</a:t>
            </a:r>
          </a:p>
          <a:p>
            <a:pPr algn="l"/>
            <a:r>
              <a:rPr sz="1300" b="0">
                <a:solidFill>
                  <a:srgbClr val="DEE2E6"/>
                </a:solidFill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animation?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single_food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ingle_bod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ingle_he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atla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1737360"/>
            <a:ext cx="2926080" cy="1828800"/>
          </a:xfrm>
          <a:prstGeom prst="rect">
            <a:avLst/>
          </a:prstGeom>
        </p:spPr>
      </p:pic>
      <p:pic>
        <p:nvPicPr>
          <p:cNvPr id="68" name="Picture 73" descr="single_digit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2846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body.png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00246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head1.png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15845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food1.png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498407" y="2439050"/>
            <a:ext cx="82296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non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digit0.png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699640" y="365760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25880"/>
            <a:ext cx="3657600" cy="2286000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172968" y="1298448"/>
            <a:ext cx="454914" cy="454914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737668" y="847848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Regions by Name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Snake1, only atlas-definition.xml changes: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 the food with its second frame (x 32, y 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misspell food-1 in the XML. What happens, and when?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pr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Sprite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head bigger, and spin it the other way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remove CenterOrigin(). What changes, and why?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ani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Animation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XML only: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food pulse twice as fast, and the head blink less often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food’s animation one more frame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tiles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tileset_numbe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tileset_numbe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00 01 01 01 02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03 04 04 04 05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06 07 07 07 08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75" name="Picture 275" descr="r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925" y="1454255"/>
            <a:ext cx="3397050" cy="2717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Room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tilemap-definition.xml: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Rearrange the room: draw a wall across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put a 9 in it. What happens, and when?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Ticks and Keys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Snake7: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I, J, K and L as a third set of keys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file did each change need?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GARCore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GARCore.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GARCore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A Bug From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bug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eat a bug: which line of C# changes?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bug next to the food?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GARCore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GARCore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