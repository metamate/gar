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309" r:id="rId55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310" r:id="rId23"/>
    <p:sldId id="286" r:id="rId36"/>
    <p:sldId id="287" r:id="rId37"/>
    <p:sldId id="311" r:id="rId22"/>
    <p:sldId id="312" r:id="rId21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1" Type="http://schemas.openxmlformats.org/officeDocument/2006/relationships/slide" Target="slides/slide44.xml"/><Relationship Id="rId22" Type="http://schemas.openxmlformats.org/officeDocument/2006/relationships/slide" Target="slides/slide43.xml"/><Relationship Id="rId23" Type="http://schemas.openxmlformats.org/officeDocument/2006/relationships/slide" Target="slides/slide35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9.xml"/><Relationship Id="rId29" Type="http://schemas.openxmlformats.org/officeDocument/2006/relationships/slide" Target="slides/slide2.xml"/><Relationship Id="rId30" Type="http://schemas.openxmlformats.org/officeDocument/2006/relationships/slide" Target="slides/slide41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40.xml"/><Relationship Id="rId53" Type="http://schemas.openxmlformats.org/officeDocument/2006/relationships/slide" Target="slides/slide42.xml"/><Relationship Id="rId54" Type="http://schemas.openxmlformats.org/officeDocument/2006/relationships/slide" Target="slides/slide6.xml"/><Relationship Id="rId55" Type="http://schemas.openxmlformats.org/officeDocument/2006/relationships/slide" Target="slides/slide25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6.xml"/><Relationship Id="rId59" Type="http://schemas.openxmlformats.org/officeDocument/2006/relationships/slide" Target="slides/slide27.xml"/><Relationship Id="rId60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Frames are uneven; the accumulator collects their time. Every time it passes a tick, the snake moves once and one tick is subtracted.</a:t>
            </a:r>
          </a:p>
          <a:p>
            <a:r>
              <a:t>Ask: what happens on a long frame? Answer: two moves in one frame, so the snake keeps its speed.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  <a:p>
            <a:r>
              <a:t>AABB, Circles</a:t>
            </a:r>
          </a:p>
          <a:p>
            <a:r>
              <a:t>Complex polygon checks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  <a:p>
            <a:r>
              <a:t>Blocking to prevent objects from overlapping</a:t>
            </a:r>
          </a:p>
          <a:p>
            <a:r>
              <a:t>Triggering events when objects collide</a:t>
            </a:r>
          </a:p>
          <a:p>
            <a:r>
              <a:t>Bouncing to reflect objects off surfaces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broad phase is cheap and rough: boxes around the shapes, and only pairs whose boxes overlap go on.</a:t>
            </a:r>
          </a:p>
          <a:p>
            <a:r>
              <a:t>The narrow phase runs the exact check on those pairs only. Vampire Survivors builds a broad phase, with a grid.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Snake. Tilemap and the sprites are GARCore classes that the XML files fill.</a:t>
            </a:r>
          </a:p>
          <a:p>
            <a:r>
              <a:t>Ask: which of these boxes would another game reuse unchanged?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3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29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Draw it yourself, in a pixel editor such as Aseprite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Or use a free pack with a clear licence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2" descr="anim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Accumulator</a:t>
            </a:r>
            <a:endParaRPr/>
          </a:p>
        </p:txBody>
      </p:sp>
      <p:pic>
        <p:nvPicPr>
          <p:cNvPr id="3" name="Picture 2" descr="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pic>
        <p:nvPicPr>
          <p:cNvPr id="214" name="Picture 213" descr="circ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051560"/>
            <a:ext cx="850392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pic>
        <p:nvPicPr>
          <p:cNvPr id="237" name="Picture 236" descr="respon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Phase and Narrow Phase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Snake9 is the finished game. Game1 applies the rules between its parts.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Game1 : Core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eating, scoring, game 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4" y="2807208"/>
            <a:ext cx="2016252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Tilemap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383030" y="2276856"/>
            <a:ext cx="3188970" cy="51206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00884" y="2807208"/>
            <a:ext cx="2016252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cells, tick, turn buffer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3509010" y="2276856"/>
            <a:ext cx="1062990" cy="51206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26864" y="2807208"/>
            <a:ext cx="2016252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Food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cell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2276856"/>
            <a:ext cx="1062990" cy="51206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52844" y="2807208"/>
            <a:ext cx="2016252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GameController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asked for actions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0" y="2276856"/>
            <a:ext cx="3188970" cy="51206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Every sprite comes from one atlas, and the atlas and the room are XML.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Six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the art and the room look like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XML files the code reads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Many images, few draw calls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texture atlas with named regions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Movement in steps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fixed tick and an accumulator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Which key does what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Actions in a GameController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 presses between ticks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input buffer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happens after a hit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Block, trigger or bounce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