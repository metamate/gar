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309" r:id="rId55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9.xml"/><Relationship Id="rId29" Type="http://schemas.openxmlformats.org/officeDocument/2006/relationships/slide" Target="slides/slide2.xml"/><Relationship Id="rId30" Type="http://schemas.openxmlformats.org/officeDocument/2006/relationships/slide" Target="slides/slide40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1.xml"/><Relationship Id="rId54" Type="http://schemas.openxmlformats.org/officeDocument/2006/relationships/slide" Target="slides/slide6.xml"/><Relationship Id="rId55" Type="http://schemas.openxmlformats.org/officeDocument/2006/relationships/slide" Target="slides/slide25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6.xml"/><Relationship Id="rId59" Type="http://schemas.openxmlformats.org/officeDocument/2006/relationships/slide" Target="slides/slide27.xml"/><Relationship Id="rId60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Frames are uneven; the accumulator collects their time. Every time it passes a tick, the snake moves once and one tick is subtracted.</a:t>
            </a:r>
          </a:p>
          <a:p>
            <a:r>
              <a:t>Ask: what happens on a long frame? Answer: two moves in one frame, so the snake keeps its speed.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  <a:p>
            <a:r>
              <a:t>AABB, Circles</a:t>
            </a:r>
          </a:p>
          <a:p>
            <a:r>
              <a:t>Complex polygon checks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  <a:p>
            <a:r>
              <a:t>Blocking to prevent objects from overlapping</a:t>
            </a:r>
          </a:p>
          <a:p>
            <a:r>
              <a:t>Triggering events when objects collide</a:t>
            </a:r>
          </a:p>
          <a:p>
            <a:r>
              <a:t>Bouncing to reflect objects off surfaces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3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6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Draw it yourself, in a pixel editor such as Aseprite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Or use a free pack with a clear licence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2" descr="ani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Accumulator</a:t>
            </a:r>
            <a:endParaRPr/>
          </a:p>
        </p:txBody>
      </p:sp>
      <p:pic>
        <p:nvPicPr>
          <p:cNvPr id="3" name="Picture 2" descr="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pic>
        <p:nvPicPr>
          <p:cNvPr id="215" name="Picture 214" descr="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pic>
        <p:nvPicPr>
          <p:cNvPr id="237" name="Picture 236" descr="respon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Picture 245" descr="phas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8725" y="2057400"/>
            <a:ext cx="668655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