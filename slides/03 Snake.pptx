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5.xml"/><Relationship Id="rId55" Type="http://schemas.openxmlformats.org/officeDocument/2006/relationships/slide" Target="slides/slide34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https://github.com/Metamate/gar-games/tree/main/03-snake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Snake9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Snake9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files describe the assets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part of the image is the snake, how the bat’s animation runs, which tile goes where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can change without the code changing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frame, a faster animation or a new room: edit a file, not C#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Artists and designers can work without touching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code gets smaller and more general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happens every frame, but the snake acts on a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Up, then Left between two ticks: the second press overwrites the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Queue the turns, and use one per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 each turn against the last queued direction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the queue short: two turns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in games: a jump pressed just before landing still counts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enemy with its own animation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New regions and an animation in atlas-definition.xml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room layout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need to change?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add gamepad support by changing only GameController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