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mouse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mouse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mouse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mouse? A lot: Game1 handles the mouse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mouse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mouse-1 rectangle is enough; no C#.</a:t>
            </a:r>
          </a:p>
          <a:p>
            <a:r>
              <a:t>Ask about the misspelling. Answer: the game stops at start-up (the atlas looks names up in a dictionary). A mistake in data shows up when the game runs, not when it compiles.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9" Type="http://schemas.openxmlformats.org/officeDocument/2006/relationships/image" Target="../media/image4.png"/><Relationship Id="rId10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6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  <a:r>
              <a:rPr sz="1000">
                <a:solidFill>
                  <a:srgbClr val="DEE2E6"/>
                </a:solidFill>
                <a:latin typeface="Consolas"/>
              </a:rPr>
              <a:t>&lt;Region name="mouse-1" x="20"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name="mouse-2" x="20" y="20"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name="mouse-3" x="40"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&lt;Animation name="mouse-animation" delay="200"&gt;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region="mouse-2"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region="mouse-3"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mouse?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mous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gras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mouse1.png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grass.png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mouse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mouse-1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mouse’s tail wiggle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mouse’s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room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mouse?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