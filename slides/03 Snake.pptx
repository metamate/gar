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5" Type="http://schemas.openxmlformats.org/officeDocument/2006/relationships/slide" Target="slides/slide41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Scale and rotation speed are at the top of Game1.</a:t>
            </a:r>
          </a:p>
          <a:p>
            <a:r>
              <a:t>Answer: without CenterOrigin the bat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bat-1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bat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bat-1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flap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bat’s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