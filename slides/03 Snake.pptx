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52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font" Target="fonts/Roboto-bold.fntdata"/><Relationship Id="rId43" Type="http://schemas.openxmlformats.org/officeDocument/2006/relationships/font" Target="fonts/Roboto-regular.fntdata"/><Relationship Id="rId46" Type="http://schemas.openxmlformats.org/officeDocument/2006/relationships/font" Target="fonts/Roboto-boldItalic.fntdata"/><Relationship Id="rId45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RobotoLight-regular.fntdata"/><Relationship Id="rId47" Type="http://schemas.openxmlformats.org/officeDocument/2006/relationships/font" Target="fonts/VT323-regular.fntdata"/><Relationship Id="rId49" Type="http://schemas.openxmlformats.org/officeDocument/2006/relationships/font" Target="fonts/RobotoLigh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RobotoLight-boldItalic.fntdata"/><Relationship Id="rId50" Type="http://schemas.openxmlformats.org/officeDocument/2006/relationships/font" Target="fonts/RobotoLight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52" Type="http://schemas.openxmlformats.org/officeDocument/2006/relationships/slide" Target="slides/slide38.xml"/>
  <Relationship Id="rId53" Type="http://schemas.openxmlformats.org/officeDocument/2006/relationships/slide" Target="slides/slide39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bd7a28ff6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bd7a28ff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snak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0" name="Google Shape;19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23652"/>
            <a:ext cx="8839204" cy="16961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 → Snake5 → Snake6: polling, commands, undo/redo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Snake7: circle collision and bouncing</a:t>
            </a:r>
            <a:endParaRPr sz="18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Snake8: tilemap and walls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Custom Tilemap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(or create) a custom tilemap and apply it to the snake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Texture (atlas)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Tilemap definition (xml-file)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Feel free to change the sprites and animations as well!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Classic Snake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Snake8,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tail that grows every time the snake eats the bat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move continuously on a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movement only happens when a key is pressed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Continuous movement makes undo/redo pointless: remove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Colliding with the tail or a wall ends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score that increments every time the snake eats the bat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eating a bat reverse the controls for five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Swap the commands, without touching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input buffering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quick Up-then-Left between two ticks shouldn’t lose the second key press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Queue direction commands and consume one per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replay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Record every executed command with its tick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game over, replay the run from the start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rebinding, undo or replays?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