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head at the bottom plays the frames above: five with its eyes open, one with them closed, so it blinks.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animation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food grows the snake and adds a point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4 (the floor) and the four corners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bug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bug next to the food? A lot: Game1 handles the food by name (its field, its respawn, its collision). Data can’t fix that; it’s the next architecture problem.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The new wall doesn’t stop the snake: the tilemap is only a picture, and the room’s Rectangle decides. Answer for the 9: the tileset has 9 tiles (0 to 8),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head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food-1 rectangle is enough; no C#.</a:t>
            </a:r>
          </a:p>
          <a:p>
            <a:r>
              <a:t>Ask about the misspelling. Answer: the game stops at start-up (the atlas looks names up in a dictionary). A mistake in data only shows up when the game runs.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3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1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29.png"/><Relationship Id="rId5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30.png"/><Relationship Id="rId5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>&lt;Region name="head-1" x="8"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&lt;Region name="head-2" x="16"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&lt;Animation name="head-animation" delay="250"&gt;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region="head-2"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animation?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single_food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ingle_bod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ingle_he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1737360"/>
            <a:ext cx="2926080" cy="1828800"/>
          </a:xfrm>
          <a:prstGeom prst="rect">
            <a:avLst/>
          </a:prstGeom>
        </p:spPr>
      </p:pic>
      <p:pic>
        <p:nvPicPr>
          <p:cNvPr id="68" name="Picture 73" descr="single_digi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2846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body.png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00246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head1.png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158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food1.png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498407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digit0.png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699640" y="365760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172968" y="1298448"/>
            <a:ext cx="454914" cy="454914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737668" y="847848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food with its second frame (x 32, y 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food-1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head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anim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food pulse twice as fast, and the head blink less often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food’s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00 01 01 01 02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06 07 07 07 08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75" name="Picture 275" descr="r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925" y="1454255"/>
            <a:ext cx="3397050" cy="2717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draw a wall across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9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TimeSpan.FromMilliseconds(100);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A Bug From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bug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eat a bug: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bug next to the food?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