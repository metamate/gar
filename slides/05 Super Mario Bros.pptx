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3" r:id="rId43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3" Type="http://schemas.openxmlformats.org/officeDocument/2006/relationships/slide" Target="slides/slide38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state machines, stack-based state machines, pushdown automata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Notice new Play() method of AnimatedSprite for swapping animation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Duplicate collision detection logic between snail and player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Any ideas on how we could fix this? 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The component design pattern!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checks (per direction)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inset to allow jumping/falling next to solid tiles (otherwise could be problematic due to floating point precision)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nset to avoid getting stuck in the ground and tiles right above the player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 may</a:t>
            </a:r>
            <a:r>
              <a:rPr lang="en"/>
              <a:t> have different widths/heights or their positions are offset by a different amount than TileSize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8bf92ae9a944f84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8bf92ae9a944f84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7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2.png"/><Relationship Id="rId7" Type="http://schemas.openxmlformats.org/officeDocument/2006/relationships/image" Target="../media/image18.png"/><Relationship Id="rId8" Type="http://schemas.openxmlformats.org/officeDocument/2006/relationships/image" Target="../media/image8.png"/><Relationship Id="rId9" Type="http://schemas.openxmlformats.org/officeDocument/2006/relationships/image" Target="../media/image11.png"/><Relationship Id="rId10" Type="http://schemas.openxmlformats.org/officeDocument/2006/relationships/image" Target="../media/image15.png"/><Relationship Id="rId11" Type="http://schemas.openxmlformats.org/officeDocument/2006/relationships/image" Target="../media/image21.png"/><Relationship Id="rId12" Type="http://schemas.openxmlformats.org/officeDocument/2006/relationships/image" Target="../media/image25.png"/><Relationship Id="rId13" Type="http://schemas.openxmlformats.org/officeDocument/2006/relationships/image" Target="../media/image6.png"/><Relationship Id="rId14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drive.google.com/drive/folders/1kLxyRifVY0676F_rVBo7TbG2AB3S1cJg?usp=sharing" TargetMode="External"/><Relationship Id="rId4" Type="http://schemas.openxmlformats.org/officeDocument/2006/relationships/image" Target="../media/image3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forms.office.com/e/AXxVwjjwS6" TargetMode="Externa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 title="platforme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7091" y="1688925"/>
            <a:ext cx="5169824" cy="289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Procedural Level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Powerups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Platformer0 → Platformer8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 up until now have been an array of integer ids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pointing to an index in the Tileset (i.e. TextureRegion)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Now it is an array of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Our tilemap is getting smarter!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need to store more information than just the tile graphic!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readonly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topperId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readonly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Empty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TopperId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topperId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HasTopper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TopperId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this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: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this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746100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Google Shape;93;p17" title="ti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525" y="920715"/>
            <a:ext cx="3052789" cy="40703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 title="tile_top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5450" y="920725"/>
            <a:ext cx="1696000" cy="4070376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488" y="877465"/>
            <a:ext cx="6861025" cy="4070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8099" y="885950"/>
            <a:ext cx="4718424" cy="265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collision detection and resolution, gravity, ground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Idle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state, plays idle animation (duration)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around, reverses at edge or when velocity.x = 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towards player on x.axis</a:t>
            </a:r>
            <a:endParaRPr/>
          </a:p>
        </p:txBody>
      </p:sp>
      <p:pic>
        <p:nvPicPr>
          <p:cNvPr id="159" name="Google Shape;159;p26" title="creatures.png"/>
          <p:cNvPicPr preferRelativeResize="0"/>
          <p:nvPr/>
        </p:nvPicPr>
        <p:blipFill rotWithShape="1">
          <a:blip r:embed="rId3">
            <a:alphaModFix/>
          </a:blip>
          <a:srcRect b="0" l="0" r="51305" t="87913"/>
          <a:stretch/>
        </p:blipFill>
        <p:spPr>
          <a:xfrm>
            <a:off x="3908400" y="3990450"/>
            <a:ext cx="1327200" cy="28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need a camera now and not for the previous games?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Performs two matrix translations based on target pos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Shift world + Center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this game we only need tracking on the x-axis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Gets clamped playerX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Based on tilemap dimensions</a:t>
            </a:r>
            <a:endParaRPr/>
          </a:p>
        </p:txBody>
      </p:sp>
      <p:pic>
        <p:nvPicPr>
          <p:cNvPr id="172" name="Google Shape;17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5675" y="3332600"/>
            <a:ext cx="1132651" cy="1132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Google Shape;19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24275" y="2229213"/>
            <a:ext cx="1695450" cy="2066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Google Shape;19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3650" y="1135137"/>
            <a:ext cx="2114725" cy="2443275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32"/>
          <p:cNvSpPr/>
          <p:nvPr/>
        </p:nvSpPr>
        <p:spPr>
          <a:xfrm>
            <a:off x="4024837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950405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Google Shape;20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5613" y="3553338"/>
            <a:ext cx="2114725" cy="1128634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/>
          <p:nvPr/>
        </p:nvSpPr>
        <p:spPr>
          <a:xfrm>
            <a:off x="4019354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950405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Google Shape;20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6588" y="1603300"/>
            <a:ext cx="3410825" cy="240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3"/>
          <p:cNvSpPr/>
          <p:nvPr/>
        </p:nvSpPr>
        <p:spPr>
          <a:xfrm>
            <a:off x="3955225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5072700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3955225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5072700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we need collision checks between the player and every single tile?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No! The grid is static!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a simple “lookup” - it takes the same time in a level of 10 or 10.000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 → O(1)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481350" y="2179125"/>
            <a:ext cx="3477300" cy="1090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46" name="Google Shape;246;p38"/>
          <p:cNvSpPr txBox="1"/>
          <p:nvPr>
            <p:ph idx="1" type="body"/>
          </p:nvPr>
        </p:nvSpPr>
        <p:spPr>
          <a:xfrm>
            <a:off x="311700" y="3316200"/>
            <a:ext cx="8520600" cy="123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our game we are only checking collisions between the player and other entities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If we naively checked collisions between all entities in our game we risk O(n</a:t>
            </a:r>
            <a:r>
              <a:rPr baseline="30000" lang="en"/>
              <a:t>2</a:t>
            </a:r>
            <a:r>
              <a:rPr lang="en"/>
              <a:t>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 * (n - 1) / 2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 and coyote time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Entitites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754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Represent any “thing” in 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Player, Snail, Boxes, Powerups, etc.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from the tiles in our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may not align perfectly with the tilemap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contain states just like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can affect input handling (e.g. player) or decision-making (e.g. snail)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engines may adopt an Entity-Component System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Everything is an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are containers of components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ultimately drive behavior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 Design Pattern!</a:t>
            </a:r>
            <a:endParaRPr/>
          </a:p>
        </p:txBody>
      </p:sp>
      <p:pic>
        <p:nvPicPr>
          <p:cNvPr id="259" name="Google Shape;259;p40" title="ladders_and_sig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0000" y="4179475"/>
            <a:ext cx="10668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40" title="flag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99700" y="1346288"/>
            <a:ext cx="1371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40" title="crates_and_block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66275" y="2343150"/>
            <a:ext cx="6096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40" title="gem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96200" y="3397600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40" title="fireball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99700" y="2298275"/>
            <a:ext cx="6096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40" title="keys_and_locks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681950" y="3603763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40" title="button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30400" y="411475"/>
            <a:ext cx="609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40" title="doors_and_windows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752100" y="4299650"/>
            <a:ext cx="12192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0" title="coins_and_bombs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599700" y="611563"/>
            <a:ext cx="4572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40" title="jump_blocks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462400" y="195625"/>
            <a:ext cx="9144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40" title="creatures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223513" y="2772813"/>
            <a:ext cx="12192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0" title="mushrooms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614800" y="1225875"/>
            <a:ext cx="762000" cy="137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a Custom Level Maker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Varying ground level and pillar/pit 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Multiple types of enemies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goal flag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the player touches the flag at the end of the level, they proceed to the next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 the levels are </a:t>
            </a:r>
            <a:r>
              <a:rPr lang="en"/>
              <a:t>procedural</a:t>
            </a:r>
            <a:r>
              <a:rPr lang="en"/>
              <a:t>, they can progressively get longer and harder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random keys and locks (same color) that spawn in each level; when the player gets the key, they can unlock the lock, which should spawn the goal flag.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All assets</a:t>
            </a:r>
            <a:r>
              <a:rPr lang="en"/>
              <a:t> (sounds/images) available for the platformer</a:t>
            </a:r>
            <a:endParaRPr/>
          </a:p>
        </p:txBody>
      </p:sp>
      <p:pic>
        <p:nvPicPr>
          <p:cNvPr id="297" name="Google Shape;297;p44" title="full_shee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1348" y="1464575"/>
            <a:ext cx="2041300" cy="3444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Midterm Evaluation</a:t>
            </a:r>
            <a:endParaRPr/>
          </a:p>
        </p:txBody>
      </p:sp>
      <p:pic>
        <p:nvPicPr>
          <p:cNvPr id="310" name="Google Shape;310;p4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93845" y="1919225"/>
            <a:ext cx="1756300" cy="2023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